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6" r:id="rId4"/>
    <p:sldId id="261" r:id="rId5"/>
    <p:sldId id="257" r:id="rId6"/>
    <p:sldId id="287" r:id="rId7"/>
    <p:sldId id="258" r:id="rId8"/>
    <p:sldId id="259" r:id="rId9"/>
    <p:sldId id="268" r:id="rId10"/>
    <p:sldId id="270" r:id="rId11"/>
    <p:sldId id="271" r:id="rId12"/>
    <p:sldId id="260" r:id="rId13"/>
    <p:sldId id="263" r:id="rId14"/>
    <p:sldId id="267" r:id="rId15"/>
    <p:sldId id="265" r:id="rId16"/>
    <p:sldId id="269" r:id="rId17"/>
    <p:sldId id="272" r:id="rId18"/>
    <p:sldId id="273" r:id="rId19"/>
    <p:sldId id="264" r:id="rId20"/>
    <p:sldId id="275" r:id="rId21"/>
    <p:sldId id="289" r:id="rId22"/>
    <p:sldId id="288" r:id="rId23"/>
    <p:sldId id="282" r:id="rId24"/>
    <p:sldId id="278" r:id="rId25"/>
    <p:sldId id="281" r:id="rId26"/>
    <p:sldId id="285" r:id="rId27"/>
    <p:sldId id="280" r:id="rId28"/>
    <p:sldId id="279" r:id="rId29"/>
    <p:sldId id="276" r:id="rId30"/>
    <p:sldId id="277" r:id="rId31"/>
    <p:sldId id="283" r:id="rId32"/>
    <p:sldId id="286" r:id="rId33"/>
    <p:sldId id="284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39A2BB-BDBD-4AF2-955F-09033E36DC73}">
          <p14:sldIdLst>
            <p14:sldId id="256"/>
            <p14:sldId id="274"/>
            <p14:sldId id="266"/>
            <p14:sldId id="261"/>
            <p14:sldId id="257"/>
            <p14:sldId id="287"/>
            <p14:sldId id="258"/>
            <p14:sldId id="259"/>
            <p14:sldId id="268"/>
            <p14:sldId id="270"/>
            <p14:sldId id="271"/>
            <p14:sldId id="260"/>
          </p14:sldIdLst>
        </p14:section>
        <p14:section name="Untitled Section" id="{D0912A48-DF93-4789-8D47-9F90E66EFD99}">
          <p14:sldIdLst>
            <p14:sldId id="263"/>
            <p14:sldId id="267"/>
            <p14:sldId id="265"/>
            <p14:sldId id="269"/>
            <p14:sldId id="272"/>
            <p14:sldId id="273"/>
            <p14:sldId id="264"/>
            <p14:sldId id="275"/>
            <p14:sldId id="289"/>
            <p14:sldId id="288"/>
            <p14:sldId id="282"/>
            <p14:sldId id="278"/>
            <p14:sldId id="281"/>
            <p14:sldId id="285"/>
            <p14:sldId id="280"/>
            <p14:sldId id="279"/>
            <p14:sldId id="276"/>
            <p14:sldId id="277"/>
            <p14:sldId id="283"/>
            <p14:sldId id="286"/>
            <p14:sldId id="284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500"/>
    <a:srgbClr val="FF7F50"/>
    <a:srgbClr val="FFA600"/>
    <a:srgbClr val="EE9900"/>
    <a:srgbClr val="FFC482"/>
    <a:srgbClr val="FA8825"/>
    <a:srgbClr val="FAEEE0"/>
    <a:srgbClr val="000000"/>
    <a:srgbClr val="23B10D"/>
    <a:srgbClr val="FFF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444" autoAdjust="0"/>
  </p:normalViewPr>
  <p:slideViewPr>
    <p:cSldViewPr snapToGrid="0">
      <p:cViewPr>
        <p:scale>
          <a:sx n="100" d="100"/>
          <a:sy n="100" d="100"/>
        </p:scale>
        <p:origin x="72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3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9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6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57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5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0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6B488-111C-47A4-A559-C735FD2C540C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22722-96FC-42E5-A092-5483EBC6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4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6489473" y="2133827"/>
            <a:ext cx="321310" cy="4404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537733" y="2234479"/>
            <a:ext cx="224790" cy="224790"/>
          </a:xfrm>
          <a:custGeom>
            <a:avLst/>
            <a:gdLst>
              <a:gd name="connsiteX0" fmla="*/ 112395 w 224790"/>
              <a:gd name="connsiteY0" fmla="*/ 0 h 224790"/>
              <a:gd name="connsiteX1" fmla="*/ 224790 w 224790"/>
              <a:gd name="connsiteY1" fmla="*/ 112395 h 224790"/>
              <a:gd name="connsiteX2" fmla="*/ 112395 w 224790"/>
              <a:gd name="connsiteY2" fmla="*/ 224790 h 224790"/>
              <a:gd name="connsiteX3" fmla="*/ 78942 w 224790"/>
              <a:gd name="connsiteY3" fmla="*/ 218036 h 224790"/>
              <a:gd name="connsiteX4" fmla="*/ 98304 w 224790"/>
              <a:gd name="connsiteY4" fmla="*/ 204982 h 224790"/>
              <a:gd name="connsiteX5" fmla="*/ 118111 w 224790"/>
              <a:gd name="connsiteY5" fmla="*/ 157162 h 224790"/>
              <a:gd name="connsiteX6" fmla="*/ 50483 w 224790"/>
              <a:gd name="connsiteY6" fmla="*/ 89534 h 224790"/>
              <a:gd name="connsiteX7" fmla="*/ 2663 w 224790"/>
              <a:gd name="connsiteY7" fmla="*/ 109342 h 224790"/>
              <a:gd name="connsiteX8" fmla="*/ 139 w 224790"/>
              <a:gd name="connsiteY8" fmla="*/ 113085 h 224790"/>
              <a:gd name="connsiteX9" fmla="*/ 0 w 224790"/>
              <a:gd name="connsiteY9" fmla="*/ 112395 h 224790"/>
              <a:gd name="connsiteX10" fmla="*/ 112395 w 224790"/>
              <a:gd name="connsiteY10" fmla="*/ 0 h 224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90" h="224790">
                <a:moveTo>
                  <a:pt x="112395" y="0"/>
                </a:moveTo>
                <a:cubicBezTo>
                  <a:pt x="174469" y="0"/>
                  <a:pt x="224790" y="50321"/>
                  <a:pt x="224790" y="112395"/>
                </a:cubicBezTo>
                <a:cubicBezTo>
                  <a:pt x="224790" y="174469"/>
                  <a:pt x="174469" y="224790"/>
                  <a:pt x="112395" y="224790"/>
                </a:cubicBezTo>
                <a:lnTo>
                  <a:pt x="78942" y="218036"/>
                </a:lnTo>
                <a:lnTo>
                  <a:pt x="98304" y="204982"/>
                </a:lnTo>
                <a:cubicBezTo>
                  <a:pt x="110542" y="192744"/>
                  <a:pt x="118111" y="175837"/>
                  <a:pt x="118111" y="157162"/>
                </a:cubicBezTo>
                <a:cubicBezTo>
                  <a:pt x="118111" y="119812"/>
                  <a:pt x="87833" y="89534"/>
                  <a:pt x="50483" y="89534"/>
                </a:cubicBezTo>
                <a:cubicBezTo>
                  <a:pt x="31808" y="89534"/>
                  <a:pt x="14901" y="97104"/>
                  <a:pt x="2663" y="109342"/>
                </a:cubicBezTo>
                <a:lnTo>
                  <a:pt x="139" y="113085"/>
                </a:lnTo>
                <a:lnTo>
                  <a:pt x="0" y="112395"/>
                </a:lnTo>
                <a:cubicBezTo>
                  <a:pt x="0" y="50321"/>
                  <a:pt x="50321" y="0"/>
                  <a:pt x="11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 flipV="1">
            <a:off x="6663269" y="2282492"/>
            <a:ext cx="52952" cy="529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947308" y="2032765"/>
            <a:ext cx="321310" cy="32131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11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/>
          <p:cNvSpPr/>
          <p:nvPr/>
        </p:nvSpPr>
        <p:spPr>
          <a:xfrm>
            <a:off x="6995568" y="2081025"/>
            <a:ext cx="224790" cy="224790"/>
          </a:xfrm>
          <a:custGeom>
            <a:avLst/>
            <a:gdLst>
              <a:gd name="connsiteX0" fmla="*/ 112395 w 224790"/>
              <a:gd name="connsiteY0" fmla="*/ 0 h 224790"/>
              <a:gd name="connsiteX1" fmla="*/ 224790 w 224790"/>
              <a:gd name="connsiteY1" fmla="*/ 112395 h 224790"/>
              <a:gd name="connsiteX2" fmla="*/ 112395 w 224790"/>
              <a:gd name="connsiteY2" fmla="*/ 224790 h 224790"/>
              <a:gd name="connsiteX3" fmla="*/ 78942 w 224790"/>
              <a:gd name="connsiteY3" fmla="*/ 218036 h 224790"/>
              <a:gd name="connsiteX4" fmla="*/ 98304 w 224790"/>
              <a:gd name="connsiteY4" fmla="*/ 204982 h 224790"/>
              <a:gd name="connsiteX5" fmla="*/ 118111 w 224790"/>
              <a:gd name="connsiteY5" fmla="*/ 157162 h 224790"/>
              <a:gd name="connsiteX6" fmla="*/ 50483 w 224790"/>
              <a:gd name="connsiteY6" fmla="*/ 89534 h 224790"/>
              <a:gd name="connsiteX7" fmla="*/ 2663 w 224790"/>
              <a:gd name="connsiteY7" fmla="*/ 109342 h 224790"/>
              <a:gd name="connsiteX8" fmla="*/ 139 w 224790"/>
              <a:gd name="connsiteY8" fmla="*/ 113085 h 224790"/>
              <a:gd name="connsiteX9" fmla="*/ 0 w 224790"/>
              <a:gd name="connsiteY9" fmla="*/ 112395 h 224790"/>
              <a:gd name="connsiteX10" fmla="*/ 112395 w 224790"/>
              <a:gd name="connsiteY10" fmla="*/ 0 h 224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90" h="224790">
                <a:moveTo>
                  <a:pt x="112395" y="0"/>
                </a:moveTo>
                <a:cubicBezTo>
                  <a:pt x="174469" y="0"/>
                  <a:pt x="224790" y="50321"/>
                  <a:pt x="224790" y="112395"/>
                </a:cubicBezTo>
                <a:cubicBezTo>
                  <a:pt x="224790" y="174469"/>
                  <a:pt x="174469" y="224790"/>
                  <a:pt x="112395" y="224790"/>
                </a:cubicBezTo>
                <a:lnTo>
                  <a:pt x="78942" y="218036"/>
                </a:lnTo>
                <a:lnTo>
                  <a:pt x="98304" y="204982"/>
                </a:lnTo>
                <a:cubicBezTo>
                  <a:pt x="110542" y="192744"/>
                  <a:pt x="118111" y="175837"/>
                  <a:pt x="118111" y="157162"/>
                </a:cubicBezTo>
                <a:cubicBezTo>
                  <a:pt x="118111" y="119812"/>
                  <a:pt x="87833" y="89534"/>
                  <a:pt x="50483" y="89534"/>
                </a:cubicBezTo>
                <a:cubicBezTo>
                  <a:pt x="31808" y="89534"/>
                  <a:pt x="14901" y="97104"/>
                  <a:pt x="2663" y="109342"/>
                </a:cubicBezTo>
                <a:lnTo>
                  <a:pt x="139" y="113085"/>
                </a:lnTo>
                <a:lnTo>
                  <a:pt x="0" y="112395"/>
                </a:lnTo>
                <a:cubicBezTo>
                  <a:pt x="0" y="50321"/>
                  <a:pt x="50321" y="0"/>
                  <a:pt x="112395" y="0"/>
                </a:cubicBezTo>
                <a:close/>
              </a:path>
            </a:pathLst>
          </a:custGeom>
          <a:solidFill>
            <a:srgbClr val="FF11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 flipV="1">
            <a:off x="7121104" y="2129038"/>
            <a:ext cx="52952" cy="529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7174056" y="2668021"/>
            <a:ext cx="173174" cy="353806"/>
          </a:xfrm>
          <a:prstGeom prst="roundRect">
            <a:avLst>
              <a:gd name="adj" fmla="val 3872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7237796" y="2733134"/>
            <a:ext cx="109434" cy="223580"/>
          </a:xfrm>
          <a:prstGeom prst="roundRect">
            <a:avLst>
              <a:gd name="adj" fmla="val 387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7688036" y="3068097"/>
            <a:ext cx="321310" cy="440496"/>
          </a:xfrm>
          <a:prstGeom prst="ellipse">
            <a:avLst/>
          </a:prstGeom>
          <a:solidFill>
            <a:srgbClr val="00206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751783" y="3152067"/>
            <a:ext cx="160829" cy="1608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857560" y="3344871"/>
            <a:ext cx="81530" cy="815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7"/>
          <p:cNvSpPr/>
          <p:nvPr/>
        </p:nvSpPr>
        <p:spPr>
          <a:xfrm>
            <a:off x="7922877" y="2956714"/>
            <a:ext cx="62653" cy="185738"/>
          </a:xfrm>
          <a:custGeom>
            <a:avLst/>
            <a:gdLst>
              <a:gd name="connsiteX0" fmla="*/ 28575 w 62653"/>
              <a:gd name="connsiteY0" fmla="*/ 0 h 185738"/>
              <a:gd name="connsiteX1" fmla="*/ 61913 w 62653"/>
              <a:gd name="connsiteY1" fmla="*/ 95250 h 185738"/>
              <a:gd name="connsiteX2" fmla="*/ 0 w 62653"/>
              <a:gd name="connsiteY2" fmla="*/ 185738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" h="185738">
                <a:moveTo>
                  <a:pt x="28575" y="0"/>
                </a:moveTo>
                <a:cubicBezTo>
                  <a:pt x="47625" y="32147"/>
                  <a:pt x="66676" y="64294"/>
                  <a:pt x="61913" y="95250"/>
                </a:cubicBezTo>
                <a:cubicBezTo>
                  <a:pt x="57150" y="126206"/>
                  <a:pt x="28575" y="155972"/>
                  <a:pt x="0" y="185738"/>
                </a:cubicBezTo>
              </a:path>
            </a:pathLst>
          </a:cu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 88"/>
          <p:cNvSpPr/>
          <p:nvPr/>
        </p:nvSpPr>
        <p:spPr>
          <a:xfrm rot="1800000">
            <a:off x="8016784" y="3039195"/>
            <a:ext cx="62653" cy="178489"/>
          </a:xfrm>
          <a:custGeom>
            <a:avLst/>
            <a:gdLst>
              <a:gd name="connsiteX0" fmla="*/ 28575 w 62653"/>
              <a:gd name="connsiteY0" fmla="*/ 0 h 185738"/>
              <a:gd name="connsiteX1" fmla="*/ 61913 w 62653"/>
              <a:gd name="connsiteY1" fmla="*/ 95250 h 185738"/>
              <a:gd name="connsiteX2" fmla="*/ 0 w 62653"/>
              <a:gd name="connsiteY2" fmla="*/ 185738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" h="185738">
                <a:moveTo>
                  <a:pt x="28575" y="0"/>
                </a:moveTo>
                <a:cubicBezTo>
                  <a:pt x="47625" y="32147"/>
                  <a:pt x="66676" y="64294"/>
                  <a:pt x="61913" y="95250"/>
                </a:cubicBezTo>
                <a:cubicBezTo>
                  <a:pt x="57150" y="126206"/>
                  <a:pt x="28575" y="155972"/>
                  <a:pt x="0" y="185738"/>
                </a:cubicBezTo>
              </a:path>
            </a:pathLst>
          </a:cu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7044042" y="3325774"/>
            <a:ext cx="321310" cy="440496"/>
          </a:xfrm>
          <a:prstGeom prst="ellipse">
            <a:avLst/>
          </a:pr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7107789" y="3409744"/>
            <a:ext cx="160829" cy="1608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213566" y="3602548"/>
            <a:ext cx="81530" cy="815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4"/>
          <p:cNvSpPr/>
          <p:nvPr/>
        </p:nvSpPr>
        <p:spPr>
          <a:xfrm>
            <a:off x="7278883" y="3214391"/>
            <a:ext cx="62653" cy="185738"/>
          </a:xfrm>
          <a:custGeom>
            <a:avLst/>
            <a:gdLst>
              <a:gd name="connsiteX0" fmla="*/ 28575 w 62653"/>
              <a:gd name="connsiteY0" fmla="*/ 0 h 185738"/>
              <a:gd name="connsiteX1" fmla="*/ 61913 w 62653"/>
              <a:gd name="connsiteY1" fmla="*/ 95250 h 185738"/>
              <a:gd name="connsiteX2" fmla="*/ 0 w 62653"/>
              <a:gd name="connsiteY2" fmla="*/ 185738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" h="185738">
                <a:moveTo>
                  <a:pt x="28575" y="0"/>
                </a:moveTo>
                <a:cubicBezTo>
                  <a:pt x="47625" y="32147"/>
                  <a:pt x="66676" y="64294"/>
                  <a:pt x="61913" y="95250"/>
                </a:cubicBezTo>
                <a:cubicBezTo>
                  <a:pt x="57150" y="126206"/>
                  <a:pt x="28575" y="155972"/>
                  <a:pt x="0" y="1857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5"/>
          <p:cNvSpPr/>
          <p:nvPr/>
        </p:nvSpPr>
        <p:spPr>
          <a:xfrm rot="1800000">
            <a:off x="7372790" y="3296872"/>
            <a:ext cx="62653" cy="178489"/>
          </a:xfrm>
          <a:custGeom>
            <a:avLst/>
            <a:gdLst>
              <a:gd name="connsiteX0" fmla="*/ 28575 w 62653"/>
              <a:gd name="connsiteY0" fmla="*/ 0 h 185738"/>
              <a:gd name="connsiteX1" fmla="*/ 61913 w 62653"/>
              <a:gd name="connsiteY1" fmla="*/ 95250 h 185738"/>
              <a:gd name="connsiteX2" fmla="*/ 0 w 62653"/>
              <a:gd name="connsiteY2" fmla="*/ 185738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" h="185738">
                <a:moveTo>
                  <a:pt x="28575" y="0"/>
                </a:moveTo>
                <a:cubicBezTo>
                  <a:pt x="47625" y="32147"/>
                  <a:pt x="66676" y="64294"/>
                  <a:pt x="61913" y="95250"/>
                </a:cubicBezTo>
                <a:cubicBezTo>
                  <a:pt x="57150" y="126206"/>
                  <a:pt x="28575" y="155972"/>
                  <a:pt x="0" y="1857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052" y="43457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Oval 107"/>
          <p:cNvSpPr/>
          <p:nvPr/>
        </p:nvSpPr>
        <p:spPr>
          <a:xfrm>
            <a:off x="5634342" y="3269910"/>
            <a:ext cx="321958" cy="496360"/>
          </a:xfrm>
          <a:prstGeom prst="ellipse">
            <a:avLst/>
          </a:pr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 106"/>
          <p:cNvSpPr/>
          <p:nvPr/>
        </p:nvSpPr>
        <p:spPr>
          <a:xfrm>
            <a:off x="5593077" y="3119141"/>
            <a:ext cx="144254" cy="241300"/>
          </a:xfrm>
          <a:custGeom>
            <a:avLst/>
            <a:gdLst>
              <a:gd name="connsiteX0" fmla="*/ 4554 w 144254"/>
              <a:gd name="connsiteY0" fmla="*/ 0 h 241300"/>
              <a:gd name="connsiteX1" fmla="*/ 17254 w 144254"/>
              <a:gd name="connsiteY1" fmla="*/ 127000 h 241300"/>
              <a:gd name="connsiteX2" fmla="*/ 144254 w 144254"/>
              <a:gd name="connsiteY2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254" h="241300">
                <a:moveTo>
                  <a:pt x="4554" y="0"/>
                </a:moveTo>
                <a:cubicBezTo>
                  <a:pt x="-738" y="43391"/>
                  <a:pt x="-6029" y="86783"/>
                  <a:pt x="17254" y="127000"/>
                </a:cubicBezTo>
                <a:cubicBezTo>
                  <a:pt x="40537" y="167217"/>
                  <a:pt x="92395" y="204258"/>
                  <a:pt x="144254" y="241300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/>
          <p:cNvSpPr/>
          <p:nvPr/>
        </p:nvSpPr>
        <p:spPr>
          <a:xfrm>
            <a:off x="5790590" y="3105150"/>
            <a:ext cx="6960" cy="247650"/>
          </a:xfrm>
          <a:custGeom>
            <a:avLst/>
            <a:gdLst>
              <a:gd name="connsiteX0" fmla="*/ 610 w 6960"/>
              <a:gd name="connsiteY0" fmla="*/ 0 h 247650"/>
              <a:gd name="connsiteX1" fmla="*/ 610 w 6960"/>
              <a:gd name="connsiteY1" fmla="*/ 95250 h 247650"/>
              <a:gd name="connsiteX2" fmla="*/ 6960 w 696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0" h="247650">
                <a:moveTo>
                  <a:pt x="610" y="0"/>
                </a:moveTo>
                <a:cubicBezTo>
                  <a:pt x="81" y="26987"/>
                  <a:pt x="-448" y="53975"/>
                  <a:pt x="610" y="95250"/>
                </a:cubicBezTo>
                <a:cubicBezTo>
                  <a:pt x="1668" y="136525"/>
                  <a:pt x="4314" y="192087"/>
                  <a:pt x="6960" y="247650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09"/>
          <p:cNvSpPr/>
          <p:nvPr/>
        </p:nvSpPr>
        <p:spPr>
          <a:xfrm>
            <a:off x="5889099" y="3111500"/>
            <a:ext cx="99825" cy="234950"/>
          </a:xfrm>
          <a:custGeom>
            <a:avLst/>
            <a:gdLst>
              <a:gd name="connsiteX0" fmla="*/ 95250 w 99825"/>
              <a:gd name="connsiteY0" fmla="*/ 0 h 234950"/>
              <a:gd name="connsiteX1" fmla="*/ 88900 w 99825"/>
              <a:gd name="connsiteY1" fmla="*/ 146050 h 234950"/>
              <a:gd name="connsiteX2" fmla="*/ 0 w 998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825" h="234950">
                <a:moveTo>
                  <a:pt x="95250" y="0"/>
                </a:moveTo>
                <a:cubicBezTo>
                  <a:pt x="100012" y="53446"/>
                  <a:pt x="104775" y="106892"/>
                  <a:pt x="88900" y="146050"/>
                </a:cubicBezTo>
                <a:cubicBezTo>
                  <a:pt x="73025" y="185208"/>
                  <a:pt x="36512" y="210079"/>
                  <a:pt x="0" y="234950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5797550" y="3394885"/>
            <a:ext cx="160829" cy="2891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57013" y="3479068"/>
            <a:ext cx="57187" cy="261937"/>
          </a:xfrm>
          <a:custGeom>
            <a:avLst/>
            <a:gdLst>
              <a:gd name="connsiteX0" fmla="*/ 37 w 57187"/>
              <a:gd name="connsiteY0" fmla="*/ 0 h 261937"/>
              <a:gd name="connsiteX1" fmla="*/ 47662 w 57187"/>
              <a:gd name="connsiteY1" fmla="*/ 90487 h 261937"/>
              <a:gd name="connsiteX2" fmla="*/ 37 w 57187"/>
              <a:gd name="connsiteY2" fmla="*/ 166687 h 261937"/>
              <a:gd name="connsiteX3" fmla="*/ 57187 w 57187"/>
              <a:gd name="connsiteY3" fmla="*/ 261937 h 26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87" h="261937">
                <a:moveTo>
                  <a:pt x="37" y="0"/>
                </a:moveTo>
                <a:cubicBezTo>
                  <a:pt x="23849" y="31353"/>
                  <a:pt x="47662" y="62706"/>
                  <a:pt x="47662" y="90487"/>
                </a:cubicBezTo>
                <a:cubicBezTo>
                  <a:pt x="47662" y="118268"/>
                  <a:pt x="-1551" y="138112"/>
                  <a:pt x="37" y="166687"/>
                </a:cubicBezTo>
                <a:cubicBezTo>
                  <a:pt x="1625" y="195262"/>
                  <a:pt x="29406" y="228599"/>
                  <a:pt x="57187" y="261937"/>
                </a:cubicBezTo>
              </a:path>
            </a:pathLst>
          </a:custGeom>
          <a:solidFill>
            <a:srgbClr val="FF7F5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546395" y="3696383"/>
            <a:ext cx="233747" cy="479047"/>
          </a:xfrm>
          <a:prstGeom prst="roundRect">
            <a:avLst/>
          </a:pr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609330" y="3775077"/>
            <a:ext cx="160829" cy="2111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567170" y="3976686"/>
            <a:ext cx="134343" cy="223838"/>
          </a:xfrm>
          <a:custGeom>
            <a:avLst/>
            <a:gdLst>
              <a:gd name="connsiteX0" fmla="*/ 34330 w 134343"/>
              <a:gd name="connsiteY0" fmla="*/ 0 h 223838"/>
              <a:gd name="connsiteX1" fmla="*/ 5755 w 134343"/>
              <a:gd name="connsiteY1" fmla="*/ 100013 h 223838"/>
              <a:gd name="connsiteX2" fmla="*/ 134343 w 134343"/>
              <a:gd name="connsiteY2" fmla="*/ 223838 h 22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343" h="223838">
                <a:moveTo>
                  <a:pt x="34330" y="0"/>
                </a:moveTo>
                <a:cubicBezTo>
                  <a:pt x="11708" y="31353"/>
                  <a:pt x="-10914" y="62707"/>
                  <a:pt x="5755" y="100013"/>
                </a:cubicBezTo>
                <a:cubicBezTo>
                  <a:pt x="22424" y="137319"/>
                  <a:pt x="78383" y="180578"/>
                  <a:pt x="134343" y="2238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581738" y="3983377"/>
            <a:ext cx="81530" cy="815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593077" y="4105275"/>
            <a:ext cx="363223" cy="457200"/>
          </a:xfrm>
          <a:prstGeom prst="ellipse">
            <a:avLst/>
          </a:pr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/>
          <p:cNvSpPr/>
          <p:nvPr/>
        </p:nvSpPr>
        <p:spPr>
          <a:xfrm>
            <a:off x="5667742" y="4200524"/>
            <a:ext cx="266700" cy="310579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683109" y="4218430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rot="19447709">
            <a:off x="5465796" y="4044940"/>
            <a:ext cx="134343" cy="223838"/>
          </a:xfrm>
          <a:custGeom>
            <a:avLst/>
            <a:gdLst>
              <a:gd name="connsiteX0" fmla="*/ 34330 w 134343"/>
              <a:gd name="connsiteY0" fmla="*/ 0 h 223838"/>
              <a:gd name="connsiteX1" fmla="*/ 5755 w 134343"/>
              <a:gd name="connsiteY1" fmla="*/ 100013 h 223838"/>
              <a:gd name="connsiteX2" fmla="*/ 134343 w 134343"/>
              <a:gd name="connsiteY2" fmla="*/ 223838 h 22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343" h="223838">
                <a:moveTo>
                  <a:pt x="34330" y="0"/>
                </a:moveTo>
                <a:cubicBezTo>
                  <a:pt x="11708" y="31353"/>
                  <a:pt x="-10914" y="62707"/>
                  <a:pt x="5755" y="100013"/>
                </a:cubicBezTo>
                <a:cubicBezTo>
                  <a:pt x="22424" y="137319"/>
                  <a:pt x="78383" y="180578"/>
                  <a:pt x="134343" y="2238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 rot="17338369">
            <a:off x="5464349" y="4153553"/>
            <a:ext cx="134343" cy="223838"/>
          </a:xfrm>
          <a:custGeom>
            <a:avLst/>
            <a:gdLst>
              <a:gd name="connsiteX0" fmla="*/ 34330 w 134343"/>
              <a:gd name="connsiteY0" fmla="*/ 0 h 223838"/>
              <a:gd name="connsiteX1" fmla="*/ 5755 w 134343"/>
              <a:gd name="connsiteY1" fmla="*/ 100013 h 223838"/>
              <a:gd name="connsiteX2" fmla="*/ 134343 w 134343"/>
              <a:gd name="connsiteY2" fmla="*/ 223838 h 22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343" h="223838">
                <a:moveTo>
                  <a:pt x="34330" y="0"/>
                </a:moveTo>
                <a:cubicBezTo>
                  <a:pt x="11708" y="31353"/>
                  <a:pt x="-10914" y="62707"/>
                  <a:pt x="5755" y="100013"/>
                </a:cubicBezTo>
                <a:cubicBezTo>
                  <a:pt x="22424" y="137319"/>
                  <a:pt x="78383" y="180578"/>
                  <a:pt x="134343" y="2238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 rot="18900000">
            <a:off x="7265616" y="4002654"/>
            <a:ext cx="253914" cy="502193"/>
          </a:xfrm>
          <a:custGeom>
            <a:avLst/>
            <a:gdLst>
              <a:gd name="connsiteX0" fmla="*/ 198424 w 253914"/>
              <a:gd name="connsiteY0" fmla="*/ 17308 h 502193"/>
              <a:gd name="connsiteX1" fmla="*/ 253914 w 253914"/>
              <a:gd name="connsiteY1" fmla="*/ 220248 h 502193"/>
              <a:gd name="connsiteX2" fmla="*/ 163060 w 253914"/>
              <a:gd name="connsiteY2" fmla="*/ 440496 h 502193"/>
              <a:gd name="connsiteX3" fmla="*/ 155363 w 253914"/>
              <a:gd name="connsiteY3" fmla="*/ 436729 h 502193"/>
              <a:gd name="connsiteX4" fmla="*/ 155097 w 253914"/>
              <a:gd name="connsiteY4" fmla="*/ 437684 h 502193"/>
              <a:gd name="connsiteX5" fmla="*/ 90854 w 253914"/>
              <a:gd name="connsiteY5" fmla="*/ 502193 h 502193"/>
              <a:gd name="connsiteX6" fmla="*/ 0 w 253914"/>
              <a:gd name="connsiteY6" fmla="*/ 281945 h 502193"/>
              <a:gd name="connsiteX7" fmla="*/ 90854 w 253914"/>
              <a:gd name="connsiteY7" fmla="*/ 61697 h 502193"/>
              <a:gd name="connsiteX8" fmla="*/ 98551 w 253914"/>
              <a:gd name="connsiteY8" fmla="*/ 65464 h 502193"/>
              <a:gd name="connsiteX9" fmla="*/ 98817 w 253914"/>
              <a:gd name="connsiteY9" fmla="*/ 64509 h 502193"/>
              <a:gd name="connsiteX10" fmla="*/ 163060 w 253914"/>
              <a:gd name="connsiteY10" fmla="*/ 0 h 502193"/>
              <a:gd name="connsiteX11" fmla="*/ 198424 w 253914"/>
              <a:gd name="connsiteY11" fmla="*/ 17308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914" h="502193">
                <a:moveTo>
                  <a:pt x="198424" y="17308"/>
                </a:moveTo>
                <a:cubicBezTo>
                  <a:pt x="231033" y="50744"/>
                  <a:pt x="253914" y="129018"/>
                  <a:pt x="253914" y="220248"/>
                </a:cubicBezTo>
                <a:cubicBezTo>
                  <a:pt x="253914" y="341888"/>
                  <a:pt x="213237" y="440496"/>
                  <a:pt x="163060" y="440496"/>
                </a:cubicBezTo>
                <a:lnTo>
                  <a:pt x="155363" y="436729"/>
                </a:lnTo>
                <a:lnTo>
                  <a:pt x="155097" y="437684"/>
                </a:lnTo>
                <a:cubicBezTo>
                  <a:pt x="138656" y="477541"/>
                  <a:pt x="115943" y="502193"/>
                  <a:pt x="90854" y="502193"/>
                </a:cubicBezTo>
                <a:cubicBezTo>
                  <a:pt x="40677" y="502193"/>
                  <a:pt x="0" y="403585"/>
                  <a:pt x="0" y="281945"/>
                </a:cubicBezTo>
                <a:cubicBezTo>
                  <a:pt x="0" y="160305"/>
                  <a:pt x="40677" y="61697"/>
                  <a:pt x="90854" y="61697"/>
                </a:cubicBezTo>
                <a:lnTo>
                  <a:pt x="98551" y="65464"/>
                </a:lnTo>
                <a:lnTo>
                  <a:pt x="98817" y="64509"/>
                </a:lnTo>
                <a:cubicBezTo>
                  <a:pt x="115258" y="24652"/>
                  <a:pt x="137971" y="0"/>
                  <a:pt x="163060" y="0"/>
                </a:cubicBezTo>
                <a:cubicBezTo>
                  <a:pt x="175604" y="0"/>
                  <a:pt x="187555" y="6163"/>
                  <a:pt x="198424" y="17308"/>
                </a:cubicBez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7365352" y="4194974"/>
            <a:ext cx="98887" cy="1838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 flipH="1">
            <a:off x="7214855" y="3989692"/>
            <a:ext cx="62653" cy="185738"/>
          </a:xfrm>
          <a:custGeom>
            <a:avLst/>
            <a:gdLst>
              <a:gd name="connsiteX0" fmla="*/ 28575 w 62653"/>
              <a:gd name="connsiteY0" fmla="*/ 0 h 185738"/>
              <a:gd name="connsiteX1" fmla="*/ 61913 w 62653"/>
              <a:gd name="connsiteY1" fmla="*/ 95250 h 185738"/>
              <a:gd name="connsiteX2" fmla="*/ 0 w 62653"/>
              <a:gd name="connsiteY2" fmla="*/ 185738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" h="185738">
                <a:moveTo>
                  <a:pt x="28575" y="0"/>
                </a:moveTo>
                <a:cubicBezTo>
                  <a:pt x="47625" y="32147"/>
                  <a:pt x="66676" y="64294"/>
                  <a:pt x="61913" y="95250"/>
                </a:cubicBezTo>
                <a:cubicBezTo>
                  <a:pt x="57150" y="126206"/>
                  <a:pt x="28575" y="155972"/>
                  <a:pt x="0" y="185738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7284736" y="4118540"/>
            <a:ext cx="124288" cy="141131"/>
          </a:xfrm>
          <a:custGeom>
            <a:avLst/>
            <a:gdLst>
              <a:gd name="connsiteX0" fmla="*/ 103384 w 124288"/>
              <a:gd name="connsiteY0" fmla="*/ 0 h 141131"/>
              <a:gd name="connsiteX1" fmla="*/ 121660 w 124288"/>
              <a:gd name="connsiteY1" fmla="*/ 99111 h 141131"/>
              <a:gd name="connsiteX2" fmla="*/ 124288 w 124288"/>
              <a:gd name="connsiteY2" fmla="*/ 99768 h 141131"/>
              <a:gd name="connsiteX3" fmla="*/ 82925 w 124288"/>
              <a:gd name="connsiteY3" fmla="*/ 141131 h 141131"/>
              <a:gd name="connsiteX4" fmla="*/ 0 w 124288"/>
              <a:gd name="connsiteY4" fmla="*/ 120394 h 141131"/>
              <a:gd name="connsiteX5" fmla="*/ 85108 w 124288"/>
              <a:gd name="connsiteY5" fmla="*/ 99111 h 141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4288" h="141131">
                <a:moveTo>
                  <a:pt x="103384" y="0"/>
                </a:moveTo>
                <a:lnTo>
                  <a:pt x="121660" y="99111"/>
                </a:lnTo>
                <a:lnTo>
                  <a:pt x="124288" y="99768"/>
                </a:lnTo>
                <a:lnTo>
                  <a:pt x="82925" y="141131"/>
                </a:lnTo>
                <a:lnTo>
                  <a:pt x="0" y="120394"/>
                </a:lnTo>
                <a:lnTo>
                  <a:pt x="85108" y="991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003300" y="838200"/>
            <a:ext cx="50800" cy="50800"/>
          </a:xfrm>
          <a:prstGeom prst="rect">
            <a:avLst/>
          </a:prstGeom>
          <a:solidFill>
            <a:srgbClr val="5FA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003300" y="946150"/>
            <a:ext cx="50800" cy="50800"/>
          </a:xfrm>
          <a:prstGeom prst="rect">
            <a:avLst/>
          </a:prstGeom>
          <a:solidFill>
            <a:srgbClr val="FFB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003300" y="1054100"/>
            <a:ext cx="50800" cy="50800"/>
          </a:xfrm>
          <a:prstGeom prst="rect">
            <a:avLst/>
          </a:prstGeom>
          <a:solidFill>
            <a:srgbClr val="E11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155700" y="1206500"/>
            <a:ext cx="50800" cy="50800"/>
          </a:xfrm>
          <a:prstGeom prst="rect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2769843" y="4809475"/>
            <a:ext cx="670614" cy="262794"/>
          </a:xfrm>
          <a:custGeom>
            <a:avLst/>
            <a:gdLst>
              <a:gd name="connsiteX0" fmla="*/ 0 w 670614"/>
              <a:gd name="connsiteY0" fmla="*/ 0 h 262794"/>
              <a:gd name="connsiteX1" fmla="*/ 15843 w 670614"/>
              <a:gd name="connsiteY1" fmla="*/ 16406 h 262794"/>
              <a:gd name="connsiteX2" fmla="*/ 335307 w 670614"/>
              <a:gd name="connsiteY2" fmla="*/ 84469 h 262794"/>
              <a:gd name="connsiteX3" fmla="*/ 654771 w 670614"/>
              <a:gd name="connsiteY3" fmla="*/ 16406 h 262794"/>
              <a:gd name="connsiteX4" fmla="*/ 670614 w 670614"/>
              <a:gd name="connsiteY4" fmla="*/ 0 h 262794"/>
              <a:gd name="connsiteX5" fmla="*/ 654771 w 670614"/>
              <a:gd name="connsiteY5" fmla="*/ 51040 h 262794"/>
              <a:gd name="connsiteX6" fmla="*/ 335307 w 670614"/>
              <a:gd name="connsiteY6" fmla="*/ 262794 h 262794"/>
              <a:gd name="connsiteX7" fmla="*/ 15843 w 670614"/>
              <a:gd name="connsiteY7" fmla="*/ 51040 h 26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0614" h="262794">
                <a:moveTo>
                  <a:pt x="0" y="0"/>
                </a:moveTo>
                <a:lnTo>
                  <a:pt x="15843" y="16406"/>
                </a:lnTo>
                <a:cubicBezTo>
                  <a:pt x="68477" y="56404"/>
                  <a:pt x="191695" y="84469"/>
                  <a:pt x="335307" y="84469"/>
                </a:cubicBezTo>
                <a:cubicBezTo>
                  <a:pt x="478919" y="84469"/>
                  <a:pt x="602138" y="56404"/>
                  <a:pt x="654771" y="16406"/>
                </a:cubicBezTo>
                <a:lnTo>
                  <a:pt x="670614" y="0"/>
                </a:lnTo>
                <a:lnTo>
                  <a:pt x="654771" y="51040"/>
                </a:lnTo>
                <a:cubicBezTo>
                  <a:pt x="602138" y="175479"/>
                  <a:pt x="478919" y="262794"/>
                  <a:pt x="335307" y="262794"/>
                </a:cubicBezTo>
                <a:cubicBezTo>
                  <a:pt x="191695" y="262794"/>
                  <a:pt x="68477" y="175479"/>
                  <a:pt x="15843" y="51040"/>
                </a:cubicBez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2572206" y="4158725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 rot="3600000">
            <a:off x="2743089" y="4140978"/>
            <a:ext cx="69195" cy="24662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  <a:gd name="connsiteX0" fmla="*/ -1 w 184407"/>
              <a:gd name="connsiteY0" fmla="*/ 6707 h 23849"/>
              <a:gd name="connsiteX1" fmla="*/ 84394 w 184407"/>
              <a:gd name="connsiteY1" fmla="*/ 23813 h 23849"/>
              <a:gd name="connsiteX2" fmla="*/ 184407 w 184407"/>
              <a:gd name="connsiteY2" fmla="*/ 0 h 23849"/>
              <a:gd name="connsiteX0" fmla="*/ 1 w 162733"/>
              <a:gd name="connsiteY0" fmla="*/ 454 h 17629"/>
              <a:gd name="connsiteX1" fmla="*/ 84396 w 162733"/>
              <a:gd name="connsiteY1" fmla="*/ 17560 h 17629"/>
              <a:gd name="connsiteX2" fmla="*/ 162733 w 162733"/>
              <a:gd name="connsiteY2" fmla="*/ 0 h 17629"/>
              <a:gd name="connsiteX0" fmla="*/ -1 w 144407"/>
              <a:gd name="connsiteY0" fmla="*/ 0 h 18466"/>
              <a:gd name="connsiteX1" fmla="*/ 84394 w 144407"/>
              <a:gd name="connsiteY1" fmla="*/ 17106 h 18466"/>
              <a:gd name="connsiteX2" fmla="*/ 144406 w 144407"/>
              <a:gd name="connsiteY2" fmla="*/ 9869 h 18466"/>
              <a:gd name="connsiteX0" fmla="*/ 1 w 133120"/>
              <a:gd name="connsiteY0" fmla="*/ 0 h 17292"/>
              <a:gd name="connsiteX1" fmla="*/ 84396 w 133120"/>
              <a:gd name="connsiteY1" fmla="*/ 17106 h 17292"/>
              <a:gd name="connsiteX2" fmla="*/ 133120 w 133120"/>
              <a:gd name="connsiteY2" fmla="*/ 4308 h 17292"/>
              <a:gd name="connsiteX0" fmla="*/ -1 w 133118"/>
              <a:gd name="connsiteY0" fmla="*/ 0 h 4308"/>
              <a:gd name="connsiteX1" fmla="*/ 133118 w 133118"/>
              <a:gd name="connsiteY1" fmla="*/ 4308 h 4308"/>
              <a:gd name="connsiteX0" fmla="*/ 0 w 10000"/>
              <a:gd name="connsiteY0" fmla="*/ 0 h 23199"/>
              <a:gd name="connsiteX1" fmla="*/ 10000 w 10000"/>
              <a:gd name="connsiteY1" fmla="*/ 10000 h 23199"/>
              <a:gd name="connsiteX0" fmla="*/ 0 w 10000"/>
              <a:gd name="connsiteY0" fmla="*/ 0 h 35826"/>
              <a:gd name="connsiteX1" fmla="*/ 10000 w 10000"/>
              <a:gd name="connsiteY1" fmla="*/ 10000 h 3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35826">
                <a:moveTo>
                  <a:pt x="0" y="0"/>
                </a:moveTo>
                <a:cubicBezTo>
                  <a:pt x="4765" y="47589"/>
                  <a:pt x="7675" y="44470"/>
                  <a:pt x="10000" y="10000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2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5925971" y="5108402"/>
            <a:ext cx="757124" cy="852374"/>
          </a:xfrm>
          <a:custGeom>
            <a:avLst/>
            <a:gdLst>
              <a:gd name="connsiteX0" fmla="*/ 283951 w 757124"/>
              <a:gd name="connsiteY0" fmla="*/ 0 h 852374"/>
              <a:gd name="connsiteX1" fmla="*/ 473173 w 757124"/>
              <a:gd name="connsiteY1" fmla="*/ 0 h 852374"/>
              <a:gd name="connsiteX2" fmla="*/ 520480 w 757124"/>
              <a:gd name="connsiteY2" fmla="*/ 47307 h 852374"/>
              <a:gd name="connsiteX3" fmla="*/ 520480 w 757124"/>
              <a:gd name="connsiteY3" fmla="*/ 439956 h 852374"/>
              <a:gd name="connsiteX4" fmla="*/ 757124 w 757124"/>
              <a:gd name="connsiteY4" fmla="*/ 852374 h 852374"/>
              <a:gd name="connsiteX5" fmla="*/ 0 w 757124"/>
              <a:gd name="connsiteY5" fmla="*/ 852374 h 852374"/>
              <a:gd name="connsiteX6" fmla="*/ 236644 w 757124"/>
              <a:gd name="connsiteY6" fmla="*/ 439956 h 852374"/>
              <a:gd name="connsiteX7" fmla="*/ 236644 w 757124"/>
              <a:gd name="connsiteY7" fmla="*/ 47307 h 852374"/>
              <a:gd name="connsiteX8" fmla="*/ 283951 w 757124"/>
              <a:gd name="connsiteY8" fmla="*/ 0 h 852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7124" h="852374">
                <a:moveTo>
                  <a:pt x="283951" y="0"/>
                </a:moveTo>
                <a:lnTo>
                  <a:pt x="473173" y="0"/>
                </a:lnTo>
                <a:cubicBezTo>
                  <a:pt x="499300" y="0"/>
                  <a:pt x="520480" y="21180"/>
                  <a:pt x="520480" y="47307"/>
                </a:cubicBezTo>
                <a:lnTo>
                  <a:pt x="520480" y="439956"/>
                </a:lnTo>
                <a:lnTo>
                  <a:pt x="757124" y="852374"/>
                </a:lnTo>
                <a:lnTo>
                  <a:pt x="0" y="852374"/>
                </a:lnTo>
                <a:lnTo>
                  <a:pt x="236644" y="439956"/>
                </a:lnTo>
                <a:lnTo>
                  <a:pt x="236644" y="47307"/>
                </a:lnTo>
                <a:cubicBezTo>
                  <a:pt x="236644" y="21180"/>
                  <a:pt x="257824" y="0"/>
                  <a:pt x="283951" y="0"/>
                </a:cubicBezTo>
                <a:close/>
              </a:path>
            </a:pathLst>
          </a:custGeom>
          <a:solidFill>
            <a:srgbClr val="FAEEE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14835" y="2964069"/>
            <a:ext cx="864757" cy="864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52" y="22502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Freeform 57"/>
          <p:cNvSpPr/>
          <p:nvPr/>
        </p:nvSpPr>
        <p:spPr>
          <a:xfrm>
            <a:off x="3959043" y="2875977"/>
            <a:ext cx="542246" cy="413484"/>
          </a:xfrm>
          <a:custGeom>
            <a:avLst/>
            <a:gdLst>
              <a:gd name="connsiteX0" fmla="*/ 56382 w 542246"/>
              <a:gd name="connsiteY0" fmla="*/ 2018 h 413484"/>
              <a:gd name="connsiteX1" fmla="*/ 297438 w 542246"/>
              <a:gd name="connsiteY1" fmla="*/ 110522 h 413484"/>
              <a:gd name="connsiteX2" fmla="*/ 385058 w 542246"/>
              <a:gd name="connsiteY2" fmla="*/ 163520 h 413484"/>
              <a:gd name="connsiteX3" fmla="*/ 430977 w 542246"/>
              <a:gd name="connsiteY3" fmla="*/ 194371 h 413484"/>
              <a:gd name="connsiteX4" fmla="*/ 440796 w 542246"/>
              <a:gd name="connsiteY4" fmla="*/ 187750 h 413484"/>
              <a:gd name="connsiteX5" fmla="*/ 469221 w 542246"/>
              <a:gd name="connsiteY5" fmla="*/ 182012 h 413484"/>
              <a:gd name="connsiteX6" fmla="*/ 542246 w 542246"/>
              <a:gd name="connsiteY6" fmla="*/ 255037 h 413484"/>
              <a:gd name="connsiteX7" fmla="*/ 520858 w 542246"/>
              <a:gd name="connsiteY7" fmla="*/ 306674 h 413484"/>
              <a:gd name="connsiteX8" fmla="*/ 517491 w 542246"/>
              <a:gd name="connsiteY8" fmla="*/ 308944 h 413484"/>
              <a:gd name="connsiteX9" fmla="*/ 519575 w 542246"/>
              <a:gd name="connsiteY9" fmla="*/ 312034 h 413484"/>
              <a:gd name="connsiteX10" fmla="*/ 525313 w 542246"/>
              <a:gd name="connsiteY10" fmla="*/ 340459 h 413484"/>
              <a:gd name="connsiteX11" fmla="*/ 452288 w 542246"/>
              <a:gd name="connsiteY11" fmla="*/ 413484 h 413484"/>
              <a:gd name="connsiteX12" fmla="*/ 379263 w 542246"/>
              <a:gd name="connsiteY12" fmla="*/ 340459 h 413484"/>
              <a:gd name="connsiteX13" fmla="*/ 379445 w 542246"/>
              <a:gd name="connsiteY13" fmla="*/ 339561 h 413484"/>
              <a:gd name="connsiteX14" fmla="*/ 304595 w 542246"/>
              <a:gd name="connsiteY14" fmla="*/ 302885 h 413484"/>
              <a:gd name="connsiteX15" fmla="*/ 214888 w 542246"/>
              <a:gd name="connsiteY15" fmla="*/ 253503 h 413484"/>
              <a:gd name="connsiteX16" fmla="*/ 393 w 542246"/>
              <a:gd name="connsiteY16" fmla="*/ 98994 h 41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2246" h="413484">
                <a:moveTo>
                  <a:pt x="56382" y="2018"/>
                </a:moveTo>
                <a:cubicBezTo>
                  <a:pt x="63716" y="-10684"/>
                  <a:pt x="171634" y="37889"/>
                  <a:pt x="297438" y="110522"/>
                </a:cubicBezTo>
                <a:cubicBezTo>
                  <a:pt x="328889" y="128680"/>
                  <a:pt x="358479" y="146622"/>
                  <a:pt x="385058" y="163520"/>
                </a:cubicBezTo>
                <a:lnTo>
                  <a:pt x="430977" y="194371"/>
                </a:lnTo>
                <a:lnTo>
                  <a:pt x="440796" y="187750"/>
                </a:lnTo>
                <a:cubicBezTo>
                  <a:pt x="449533" y="184055"/>
                  <a:pt x="459138" y="182012"/>
                  <a:pt x="469221" y="182012"/>
                </a:cubicBezTo>
                <a:cubicBezTo>
                  <a:pt x="509552" y="182012"/>
                  <a:pt x="542246" y="214706"/>
                  <a:pt x="542246" y="255037"/>
                </a:cubicBezTo>
                <a:cubicBezTo>
                  <a:pt x="542246" y="275203"/>
                  <a:pt x="534073" y="293459"/>
                  <a:pt x="520858" y="306674"/>
                </a:cubicBezTo>
                <a:lnTo>
                  <a:pt x="517491" y="308944"/>
                </a:lnTo>
                <a:lnTo>
                  <a:pt x="519575" y="312034"/>
                </a:lnTo>
                <a:cubicBezTo>
                  <a:pt x="523270" y="320771"/>
                  <a:pt x="525313" y="330376"/>
                  <a:pt x="525313" y="340459"/>
                </a:cubicBezTo>
                <a:cubicBezTo>
                  <a:pt x="525313" y="380790"/>
                  <a:pt x="492619" y="413484"/>
                  <a:pt x="452288" y="413484"/>
                </a:cubicBezTo>
                <a:cubicBezTo>
                  <a:pt x="411957" y="413484"/>
                  <a:pt x="379263" y="380790"/>
                  <a:pt x="379263" y="340459"/>
                </a:cubicBezTo>
                <a:lnTo>
                  <a:pt x="379445" y="339561"/>
                </a:lnTo>
                <a:lnTo>
                  <a:pt x="304595" y="302885"/>
                </a:lnTo>
                <a:cubicBezTo>
                  <a:pt x="276672" y="288316"/>
                  <a:pt x="246339" y="271661"/>
                  <a:pt x="214888" y="253503"/>
                </a:cubicBezTo>
                <a:cubicBezTo>
                  <a:pt x="89084" y="180870"/>
                  <a:pt x="-6941" y="111697"/>
                  <a:pt x="393" y="98994"/>
                </a:cubicBezTo>
                <a:close/>
              </a:path>
            </a:pathLst>
          </a:custGeom>
          <a:solidFill>
            <a:srgbClr val="FFC482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Terminator 52"/>
          <p:cNvSpPr/>
          <p:nvPr/>
        </p:nvSpPr>
        <p:spPr>
          <a:xfrm rot="18000000">
            <a:off x="3847736" y="2702120"/>
            <a:ext cx="448988" cy="523898"/>
          </a:xfrm>
          <a:prstGeom prst="flowChartTerminator">
            <a:avLst/>
          </a:prstGeom>
          <a:solidFill>
            <a:srgbClr val="FA8825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752886" y="2727680"/>
            <a:ext cx="507018" cy="523898"/>
          </a:xfrm>
          <a:prstGeom prst="ellipse">
            <a:avLst/>
          </a:prstGeom>
          <a:solidFill>
            <a:srgbClr val="AD77FF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2854316" y="2855706"/>
            <a:ext cx="133924" cy="133766"/>
          </a:xfrm>
          <a:custGeom>
            <a:avLst/>
            <a:gdLst>
              <a:gd name="connsiteX0" fmla="*/ 66962 w 133924"/>
              <a:gd name="connsiteY0" fmla="*/ 0 h 133766"/>
              <a:gd name="connsiteX1" fmla="*/ 133924 w 133924"/>
              <a:gd name="connsiteY1" fmla="*/ 66962 h 133766"/>
              <a:gd name="connsiteX2" fmla="*/ 132898 w 133924"/>
              <a:gd name="connsiteY2" fmla="*/ 72047 h 133766"/>
              <a:gd name="connsiteX3" fmla="*/ 122743 w 133924"/>
              <a:gd name="connsiteY3" fmla="*/ 65200 h 133766"/>
              <a:gd name="connsiteX4" fmla="*/ 104509 w 133924"/>
              <a:gd name="connsiteY4" fmla="*/ 61519 h 133766"/>
              <a:gd name="connsiteX5" fmla="*/ 57665 w 133924"/>
              <a:gd name="connsiteY5" fmla="*/ 108363 h 133766"/>
              <a:gd name="connsiteX6" fmla="*/ 61346 w 133924"/>
              <a:gd name="connsiteY6" fmla="*/ 126597 h 133766"/>
              <a:gd name="connsiteX7" fmla="*/ 66180 w 133924"/>
              <a:gd name="connsiteY7" fmla="*/ 133766 h 133766"/>
              <a:gd name="connsiteX8" fmla="*/ 40898 w 133924"/>
              <a:gd name="connsiteY8" fmla="*/ 128662 h 133766"/>
              <a:gd name="connsiteX9" fmla="*/ 0 w 133924"/>
              <a:gd name="connsiteY9" fmla="*/ 66962 h 133766"/>
              <a:gd name="connsiteX10" fmla="*/ 66962 w 133924"/>
              <a:gd name="connsiteY10" fmla="*/ 0 h 13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3924" h="133766">
                <a:moveTo>
                  <a:pt x="66962" y="0"/>
                </a:moveTo>
                <a:cubicBezTo>
                  <a:pt x="103944" y="0"/>
                  <a:pt x="133924" y="29980"/>
                  <a:pt x="133924" y="66962"/>
                </a:cubicBezTo>
                <a:lnTo>
                  <a:pt x="132898" y="72047"/>
                </a:lnTo>
                <a:lnTo>
                  <a:pt x="122743" y="65200"/>
                </a:lnTo>
                <a:cubicBezTo>
                  <a:pt x="117139" y="62830"/>
                  <a:pt x="110977" y="61519"/>
                  <a:pt x="104509" y="61519"/>
                </a:cubicBezTo>
                <a:cubicBezTo>
                  <a:pt x="78638" y="61519"/>
                  <a:pt x="57665" y="82492"/>
                  <a:pt x="57665" y="108363"/>
                </a:cubicBezTo>
                <a:cubicBezTo>
                  <a:pt x="57665" y="114831"/>
                  <a:pt x="58976" y="120993"/>
                  <a:pt x="61346" y="126597"/>
                </a:cubicBezTo>
                <a:lnTo>
                  <a:pt x="66180" y="133766"/>
                </a:lnTo>
                <a:lnTo>
                  <a:pt x="40898" y="128662"/>
                </a:lnTo>
                <a:cubicBezTo>
                  <a:pt x="16864" y="118497"/>
                  <a:pt x="0" y="94699"/>
                  <a:pt x="0" y="66962"/>
                </a:cubicBezTo>
                <a:cubicBezTo>
                  <a:pt x="0" y="29980"/>
                  <a:pt x="29980" y="0"/>
                  <a:pt x="669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lock Arc 16"/>
          <p:cNvSpPr/>
          <p:nvPr/>
        </p:nvSpPr>
        <p:spPr>
          <a:xfrm rot="17100000" flipV="1">
            <a:off x="2886420" y="2922589"/>
            <a:ext cx="237651" cy="237651"/>
          </a:xfrm>
          <a:prstGeom prst="blockArc">
            <a:avLst>
              <a:gd name="adj1" fmla="val 10800000"/>
              <a:gd name="adj2" fmla="val 17962906"/>
              <a:gd name="adj3" fmla="val 2355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3020344" y="2856031"/>
            <a:ext cx="133924" cy="133766"/>
          </a:xfrm>
          <a:custGeom>
            <a:avLst/>
            <a:gdLst>
              <a:gd name="connsiteX0" fmla="*/ 66962 w 133924"/>
              <a:gd name="connsiteY0" fmla="*/ 0 h 133766"/>
              <a:gd name="connsiteX1" fmla="*/ 133924 w 133924"/>
              <a:gd name="connsiteY1" fmla="*/ 66962 h 133766"/>
              <a:gd name="connsiteX2" fmla="*/ 132898 w 133924"/>
              <a:gd name="connsiteY2" fmla="*/ 72047 h 133766"/>
              <a:gd name="connsiteX3" fmla="*/ 122743 w 133924"/>
              <a:gd name="connsiteY3" fmla="*/ 65200 h 133766"/>
              <a:gd name="connsiteX4" fmla="*/ 104509 w 133924"/>
              <a:gd name="connsiteY4" fmla="*/ 61519 h 133766"/>
              <a:gd name="connsiteX5" fmla="*/ 57665 w 133924"/>
              <a:gd name="connsiteY5" fmla="*/ 108363 h 133766"/>
              <a:gd name="connsiteX6" fmla="*/ 61346 w 133924"/>
              <a:gd name="connsiteY6" fmla="*/ 126597 h 133766"/>
              <a:gd name="connsiteX7" fmla="*/ 66180 w 133924"/>
              <a:gd name="connsiteY7" fmla="*/ 133766 h 133766"/>
              <a:gd name="connsiteX8" fmla="*/ 40898 w 133924"/>
              <a:gd name="connsiteY8" fmla="*/ 128662 h 133766"/>
              <a:gd name="connsiteX9" fmla="*/ 0 w 133924"/>
              <a:gd name="connsiteY9" fmla="*/ 66962 h 133766"/>
              <a:gd name="connsiteX10" fmla="*/ 66962 w 133924"/>
              <a:gd name="connsiteY10" fmla="*/ 0 h 13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3924" h="133766">
                <a:moveTo>
                  <a:pt x="66962" y="0"/>
                </a:moveTo>
                <a:cubicBezTo>
                  <a:pt x="103944" y="0"/>
                  <a:pt x="133924" y="29980"/>
                  <a:pt x="133924" y="66962"/>
                </a:cubicBezTo>
                <a:lnTo>
                  <a:pt x="132898" y="72047"/>
                </a:lnTo>
                <a:lnTo>
                  <a:pt x="122743" y="65200"/>
                </a:lnTo>
                <a:cubicBezTo>
                  <a:pt x="117139" y="62830"/>
                  <a:pt x="110977" y="61519"/>
                  <a:pt x="104509" y="61519"/>
                </a:cubicBezTo>
                <a:cubicBezTo>
                  <a:pt x="78638" y="61519"/>
                  <a:pt x="57665" y="82492"/>
                  <a:pt x="57665" y="108363"/>
                </a:cubicBezTo>
                <a:cubicBezTo>
                  <a:pt x="57665" y="114831"/>
                  <a:pt x="58976" y="120993"/>
                  <a:pt x="61346" y="126597"/>
                </a:cubicBezTo>
                <a:lnTo>
                  <a:pt x="66180" y="133766"/>
                </a:lnTo>
                <a:lnTo>
                  <a:pt x="40898" y="128662"/>
                </a:lnTo>
                <a:cubicBezTo>
                  <a:pt x="16864" y="118497"/>
                  <a:pt x="0" y="94699"/>
                  <a:pt x="0" y="66962"/>
                </a:cubicBezTo>
                <a:cubicBezTo>
                  <a:pt x="0" y="29980"/>
                  <a:pt x="29980" y="0"/>
                  <a:pt x="669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7"/>
          <p:cNvSpPr/>
          <p:nvPr/>
        </p:nvSpPr>
        <p:spPr>
          <a:xfrm>
            <a:off x="2040957" y="3828826"/>
            <a:ext cx="361156" cy="360728"/>
          </a:xfrm>
          <a:custGeom>
            <a:avLst/>
            <a:gdLst>
              <a:gd name="connsiteX0" fmla="*/ 66962 w 133924"/>
              <a:gd name="connsiteY0" fmla="*/ 0 h 133766"/>
              <a:gd name="connsiteX1" fmla="*/ 133924 w 133924"/>
              <a:gd name="connsiteY1" fmla="*/ 66962 h 133766"/>
              <a:gd name="connsiteX2" fmla="*/ 132898 w 133924"/>
              <a:gd name="connsiteY2" fmla="*/ 72047 h 133766"/>
              <a:gd name="connsiteX3" fmla="*/ 122743 w 133924"/>
              <a:gd name="connsiteY3" fmla="*/ 65200 h 133766"/>
              <a:gd name="connsiteX4" fmla="*/ 104509 w 133924"/>
              <a:gd name="connsiteY4" fmla="*/ 61519 h 133766"/>
              <a:gd name="connsiteX5" fmla="*/ 57665 w 133924"/>
              <a:gd name="connsiteY5" fmla="*/ 108363 h 133766"/>
              <a:gd name="connsiteX6" fmla="*/ 61346 w 133924"/>
              <a:gd name="connsiteY6" fmla="*/ 126597 h 133766"/>
              <a:gd name="connsiteX7" fmla="*/ 66180 w 133924"/>
              <a:gd name="connsiteY7" fmla="*/ 133766 h 133766"/>
              <a:gd name="connsiteX8" fmla="*/ 40898 w 133924"/>
              <a:gd name="connsiteY8" fmla="*/ 128662 h 133766"/>
              <a:gd name="connsiteX9" fmla="*/ 0 w 133924"/>
              <a:gd name="connsiteY9" fmla="*/ 66962 h 133766"/>
              <a:gd name="connsiteX10" fmla="*/ 66962 w 133924"/>
              <a:gd name="connsiteY10" fmla="*/ 0 h 13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3924" h="133766">
                <a:moveTo>
                  <a:pt x="66962" y="0"/>
                </a:moveTo>
                <a:cubicBezTo>
                  <a:pt x="103944" y="0"/>
                  <a:pt x="133924" y="29980"/>
                  <a:pt x="133924" y="66962"/>
                </a:cubicBezTo>
                <a:lnTo>
                  <a:pt x="132898" y="72047"/>
                </a:lnTo>
                <a:lnTo>
                  <a:pt x="122743" y="65200"/>
                </a:lnTo>
                <a:cubicBezTo>
                  <a:pt x="117139" y="62830"/>
                  <a:pt x="110977" y="61519"/>
                  <a:pt x="104509" y="61519"/>
                </a:cubicBezTo>
                <a:cubicBezTo>
                  <a:pt x="78638" y="61519"/>
                  <a:pt x="57665" y="82492"/>
                  <a:pt x="57665" y="108363"/>
                </a:cubicBezTo>
                <a:cubicBezTo>
                  <a:pt x="57665" y="114831"/>
                  <a:pt x="58976" y="120993"/>
                  <a:pt x="61346" y="126597"/>
                </a:cubicBezTo>
                <a:lnTo>
                  <a:pt x="66180" y="133766"/>
                </a:lnTo>
                <a:lnTo>
                  <a:pt x="40898" y="128662"/>
                </a:lnTo>
                <a:cubicBezTo>
                  <a:pt x="16864" y="118497"/>
                  <a:pt x="0" y="94699"/>
                  <a:pt x="0" y="66962"/>
                </a:cubicBezTo>
                <a:cubicBezTo>
                  <a:pt x="0" y="29980"/>
                  <a:pt x="29980" y="0"/>
                  <a:pt x="66962" y="0"/>
                </a:cubicBezTo>
                <a:close/>
              </a:path>
            </a:pathLst>
          </a:custGeom>
          <a:solidFill>
            <a:srgbClr val="9B18BC"/>
          </a:solidFill>
          <a:ln w="28575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1970539" y="3763360"/>
            <a:ext cx="140836" cy="223030"/>
          </a:xfrm>
          <a:custGeom>
            <a:avLst/>
            <a:gdLst/>
            <a:ahLst/>
            <a:cxnLst/>
            <a:rect l="l" t="t" r="r" b="b"/>
            <a:pathLst>
              <a:path w="269460" h="426720">
                <a:moveTo>
                  <a:pt x="7323" y="0"/>
                </a:moveTo>
                <a:lnTo>
                  <a:pt x="262136" y="0"/>
                </a:lnTo>
                <a:cubicBezTo>
                  <a:pt x="264308" y="38"/>
                  <a:pt x="266061" y="724"/>
                  <a:pt x="267394" y="2057"/>
                </a:cubicBezTo>
                <a:cubicBezTo>
                  <a:pt x="268728" y="3391"/>
                  <a:pt x="269413" y="5143"/>
                  <a:pt x="269452" y="7315"/>
                </a:cubicBezTo>
                <a:lnTo>
                  <a:pt x="269452" y="84125"/>
                </a:lnTo>
                <a:cubicBezTo>
                  <a:pt x="269553" y="87173"/>
                  <a:pt x="268740" y="90221"/>
                  <a:pt x="267013" y="93269"/>
                </a:cubicBezTo>
                <a:lnTo>
                  <a:pt x="110955" y="336499"/>
                </a:lnTo>
                <a:cubicBezTo>
                  <a:pt x="109736" y="338938"/>
                  <a:pt x="110346" y="340157"/>
                  <a:pt x="112784" y="340157"/>
                </a:cubicBezTo>
                <a:lnTo>
                  <a:pt x="262136" y="340157"/>
                </a:lnTo>
                <a:cubicBezTo>
                  <a:pt x="264308" y="340195"/>
                  <a:pt x="266061" y="340881"/>
                  <a:pt x="267394" y="342214"/>
                </a:cubicBezTo>
                <a:cubicBezTo>
                  <a:pt x="268728" y="343548"/>
                  <a:pt x="269413" y="345301"/>
                  <a:pt x="269452" y="347472"/>
                </a:cubicBezTo>
                <a:lnTo>
                  <a:pt x="269452" y="419405"/>
                </a:lnTo>
                <a:cubicBezTo>
                  <a:pt x="269413" y="421577"/>
                  <a:pt x="268728" y="423329"/>
                  <a:pt x="267394" y="424663"/>
                </a:cubicBezTo>
                <a:cubicBezTo>
                  <a:pt x="266061" y="425996"/>
                  <a:pt x="264308" y="426682"/>
                  <a:pt x="262136" y="426720"/>
                </a:cubicBezTo>
                <a:lnTo>
                  <a:pt x="7323" y="426720"/>
                </a:lnTo>
                <a:cubicBezTo>
                  <a:pt x="5152" y="426682"/>
                  <a:pt x="3399" y="425996"/>
                  <a:pt x="2065" y="424663"/>
                </a:cubicBezTo>
                <a:cubicBezTo>
                  <a:pt x="732" y="423329"/>
                  <a:pt x="46" y="421577"/>
                  <a:pt x="8" y="419405"/>
                </a:cubicBezTo>
                <a:lnTo>
                  <a:pt x="8" y="342595"/>
                </a:lnTo>
                <a:cubicBezTo>
                  <a:pt x="-94" y="339547"/>
                  <a:pt x="719" y="336499"/>
                  <a:pt x="2446" y="333451"/>
                </a:cubicBezTo>
                <a:lnTo>
                  <a:pt x="157894" y="90221"/>
                </a:lnTo>
                <a:cubicBezTo>
                  <a:pt x="159114" y="87783"/>
                  <a:pt x="158504" y="86563"/>
                  <a:pt x="156066" y="86563"/>
                </a:cubicBezTo>
                <a:lnTo>
                  <a:pt x="7323" y="86563"/>
                </a:lnTo>
                <a:cubicBezTo>
                  <a:pt x="5152" y="86525"/>
                  <a:pt x="3399" y="85840"/>
                  <a:pt x="2065" y="84506"/>
                </a:cubicBezTo>
                <a:cubicBezTo>
                  <a:pt x="732" y="83173"/>
                  <a:pt x="46" y="81420"/>
                  <a:pt x="8" y="79248"/>
                </a:cubicBezTo>
                <a:lnTo>
                  <a:pt x="8" y="7315"/>
                </a:lnTo>
                <a:cubicBezTo>
                  <a:pt x="46" y="5143"/>
                  <a:pt x="732" y="3391"/>
                  <a:pt x="2065" y="2057"/>
                </a:cubicBezTo>
                <a:cubicBezTo>
                  <a:pt x="3399" y="724"/>
                  <a:pt x="5152" y="38"/>
                  <a:pt x="7323" y="0"/>
                </a:cubicBezTo>
                <a:close/>
              </a:path>
            </a:pathLst>
          </a:custGeom>
          <a:solidFill>
            <a:srgbClr val="9B18BC"/>
          </a:solidFill>
          <a:ln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2147478" y="3713968"/>
            <a:ext cx="103718" cy="164250"/>
          </a:xfrm>
          <a:custGeom>
            <a:avLst/>
            <a:gdLst/>
            <a:ahLst/>
            <a:cxnLst/>
            <a:rect l="l" t="t" r="r" b="b"/>
            <a:pathLst>
              <a:path w="269460" h="426720">
                <a:moveTo>
                  <a:pt x="7323" y="0"/>
                </a:moveTo>
                <a:lnTo>
                  <a:pt x="262136" y="0"/>
                </a:lnTo>
                <a:cubicBezTo>
                  <a:pt x="264308" y="38"/>
                  <a:pt x="266061" y="724"/>
                  <a:pt x="267394" y="2057"/>
                </a:cubicBezTo>
                <a:cubicBezTo>
                  <a:pt x="268728" y="3391"/>
                  <a:pt x="269413" y="5143"/>
                  <a:pt x="269452" y="7315"/>
                </a:cubicBezTo>
                <a:lnTo>
                  <a:pt x="269452" y="84125"/>
                </a:lnTo>
                <a:cubicBezTo>
                  <a:pt x="269553" y="87173"/>
                  <a:pt x="268740" y="90221"/>
                  <a:pt x="267013" y="93269"/>
                </a:cubicBezTo>
                <a:lnTo>
                  <a:pt x="110955" y="336499"/>
                </a:lnTo>
                <a:cubicBezTo>
                  <a:pt x="109736" y="338938"/>
                  <a:pt x="110346" y="340157"/>
                  <a:pt x="112784" y="340157"/>
                </a:cubicBezTo>
                <a:lnTo>
                  <a:pt x="262136" y="340157"/>
                </a:lnTo>
                <a:cubicBezTo>
                  <a:pt x="264308" y="340195"/>
                  <a:pt x="266061" y="340881"/>
                  <a:pt x="267394" y="342214"/>
                </a:cubicBezTo>
                <a:cubicBezTo>
                  <a:pt x="268728" y="343548"/>
                  <a:pt x="269413" y="345301"/>
                  <a:pt x="269452" y="347472"/>
                </a:cubicBezTo>
                <a:lnTo>
                  <a:pt x="269452" y="419405"/>
                </a:lnTo>
                <a:cubicBezTo>
                  <a:pt x="269413" y="421577"/>
                  <a:pt x="268728" y="423329"/>
                  <a:pt x="267394" y="424663"/>
                </a:cubicBezTo>
                <a:cubicBezTo>
                  <a:pt x="266061" y="425996"/>
                  <a:pt x="264308" y="426682"/>
                  <a:pt x="262136" y="426720"/>
                </a:cubicBezTo>
                <a:lnTo>
                  <a:pt x="7323" y="426720"/>
                </a:lnTo>
                <a:cubicBezTo>
                  <a:pt x="5152" y="426682"/>
                  <a:pt x="3399" y="425996"/>
                  <a:pt x="2065" y="424663"/>
                </a:cubicBezTo>
                <a:cubicBezTo>
                  <a:pt x="732" y="423329"/>
                  <a:pt x="46" y="421577"/>
                  <a:pt x="8" y="419405"/>
                </a:cubicBezTo>
                <a:lnTo>
                  <a:pt x="8" y="342595"/>
                </a:lnTo>
                <a:cubicBezTo>
                  <a:pt x="-94" y="339547"/>
                  <a:pt x="719" y="336499"/>
                  <a:pt x="2446" y="333451"/>
                </a:cubicBezTo>
                <a:lnTo>
                  <a:pt x="157894" y="90221"/>
                </a:lnTo>
                <a:cubicBezTo>
                  <a:pt x="159114" y="87783"/>
                  <a:pt x="158504" y="86563"/>
                  <a:pt x="156066" y="86563"/>
                </a:cubicBezTo>
                <a:lnTo>
                  <a:pt x="7323" y="86563"/>
                </a:lnTo>
                <a:cubicBezTo>
                  <a:pt x="5152" y="86525"/>
                  <a:pt x="3399" y="85840"/>
                  <a:pt x="2065" y="84506"/>
                </a:cubicBezTo>
                <a:cubicBezTo>
                  <a:pt x="732" y="83173"/>
                  <a:pt x="46" y="81420"/>
                  <a:pt x="8" y="79248"/>
                </a:cubicBezTo>
                <a:lnTo>
                  <a:pt x="8" y="7315"/>
                </a:lnTo>
                <a:cubicBezTo>
                  <a:pt x="46" y="5143"/>
                  <a:pt x="732" y="3391"/>
                  <a:pt x="2065" y="2057"/>
                </a:cubicBezTo>
                <a:cubicBezTo>
                  <a:pt x="3399" y="724"/>
                  <a:pt x="5152" y="38"/>
                  <a:pt x="7323" y="0"/>
                </a:cubicBezTo>
                <a:close/>
              </a:path>
            </a:pathLst>
          </a:custGeom>
          <a:solidFill>
            <a:srgbClr val="9B18BC"/>
          </a:solidFill>
          <a:ln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2285790" y="3818143"/>
            <a:ext cx="71648" cy="113464"/>
          </a:xfrm>
          <a:custGeom>
            <a:avLst/>
            <a:gdLst/>
            <a:ahLst/>
            <a:cxnLst/>
            <a:rect l="l" t="t" r="r" b="b"/>
            <a:pathLst>
              <a:path w="269460" h="426720">
                <a:moveTo>
                  <a:pt x="7323" y="0"/>
                </a:moveTo>
                <a:lnTo>
                  <a:pt x="262136" y="0"/>
                </a:lnTo>
                <a:cubicBezTo>
                  <a:pt x="264308" y="38"/>
                  <a:pt x="266061" y="724"/>
                  <a:pt x="267394" y="2057"/>
                </a:cubicBezTo>
                <a:cubicBezTo>
                  <a:pt x="268728" y="3391"/>
                  <a:pt x="269413" y="5143"/>
                  <a:pt x="269452" y="7315"/>
                </a:cubicBezTo>
                <a:lnTo>
                  <a:pt x="269452" y="84125"/>
                </a:lnTo>
                <a:cubicBezTo>
                  <a:pt x="269553" y="87173"/>
                  <a:pt x="268740" y="90221"/>
                  <a:pt x="267013" y="93269"/>
                </a:cubicBezTo>
                <a:lnTo>
                  <a:pt x="110955" y="336499"/>
                </a:lnTo>
                <a:cubicBezTo>
                  <a:pt x="109736" y="338938"/>
                  <a:pt x="110346" y="340157"/>
                  <a:pt x="112784" y="340157"/>
                </a:cubicBezTo>
                <a:lnTo>
                  <a:pt x="262136" y="340157"/>
                </a:lnTo>
                <a:cubicBezTo>
                  <a:pt x="264308" y="340195"/>
                  <a:pt x="266061" y="340881"/>
                  <a:pt x="267394" y="342214"/>
                </a:cubicBezTo>
                <a:cubicBezTo>
                  <a:pt x="268728" y="343548"/>
                  <a:pt x="269413" y="345301"/>
                  <a:pt x="269452" y="347472"/>
                </a:cubicBezTo>
                <a:lnTo>
                  <a:pt x="269452" y="419405"/>
                </a:lnTo>
                <a:cubicBezTo>
                  <a:pt x="269413" y="421577"/>
                  <a:pt x="268728" y="423329"/>
                  <a:pt x="267394" y="424663"/>
                </a:cubicBezTo>
                <a:cubicBezTo>
                  <a:pt x="266061" y="425996"/>
                  <a:pt x="264308" y="426682"/>
                  <a:pt x="262136" y="426720"/>
                </a:cubicBezTo>
                <a:lnTo>
                  <a:pt x="7323" y="426720"/>
                </a:lnTo>
                <a:cubicBezTo>
                  <a:pt x="5152" y="426682"/>
                  <a:pt x="3399" y="425996"/>
                  <a:pt x="2065" y="424663"/>
                </a:cubicBezTo>
                <a:cubicBezTo>
                  <a:pt x="732" y="423329"/>
                  <a:pt x="46" y="421577"/>
                  <a:pt x="8" y="419405"/>
                </a:cubicBezTo>
                <a:lnTo>
                  <a:pt x="8" y="342595"/>
                </a:lnTo>
                <a:cubicBezTo>
                  <a:pt x="-94" y="339547"/>
                  <a:pt x="719" y="336499"/>
                  <a:pt x="2446" y="333451"/>
                </a:cubicBezTo>
                <a:lnTo>
                  <a:pt x="157894" y="90221"/>
                </a:lnTo>
                <a:cubicBezTo>
                  <a:pt x="159114" y="87783"/>
                  <a:pt x="158504" y="86563"/>
                  <a:pt x="156066" y="86563"/>
                </a:cubicBezTo>
                <a:lnTo>
                  <a:pt x="7323" y="86563"/>
                </a:lnTo>
                <a:cubicBezTo>
                  <a:pt x="5152" y="86525"/>
                  <a:pt x="3399" y="85840"/>
                  <a:pt x="2065" y="84506"/>
                </a:cubicBezTo>
                <a:cubicBezTo>
                  <a:pt x="732" y="83173"/>
                  <a:pt x="46" y="81420"/>
                  <a:pt x="8" y="79248"/>
                </a:cubicBezTo>
                <a:lnTo>
                  <a:pt x="8" y="7315"/>
                </a:lnTo>
                <a:cubicBezTo>
                  <a:pt x="46" y="5143"/>
                  <a:pt x="732" y="3391"/>
                  <a:pt x="2065" y="2057"/>
                </a:cubicBezTo>
                <a:cubicBezTo>
                  <a:pt x="3399" y="724"/>
                  <a:pt x="5152" y="38"/>
                  <a:pt x="7323" y="0"/>
                </a:cubicBezTo>
                <a:close/>
              </a:path>
            </a:pathLst>
          </a:custGeom>
          <a:solidFill>
            <a:srgbClr val="9B18BC"/>
          </a:solidFill>
          <a:ln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/>
          <p:cNvSpPr/>
          <p:nvPr/>
        </p:nvSpPr>
        <p:spPr>
          <a:xfrm>
            <a:off x="3580481" y="3810992"/>
            <a:ext cx="757124" cy="757124"/>
          </a:xfrm>
          <a:prstGeom prst="plus">
            <a:avLst>
              <a:gd name="adj" fmla="val 35313"/>
            </a:avLst>
          </a:prstGeom>
          <a:solidFill>
            <a:srgbClr val="23B10D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4-Point Star 78"/>
          <p:cNvSpPr/>
          <p:nvPr/>
        </p:nvSpPr>
        <p:spPr>
          <a:xfrm>
            <a:off x="3625156" y="3880744"/>
            <a:ext cx="256892" cy="256892"/>
          </a:xfrm>
          <a:prstGeom prst="star4">
            <a:avLst/>
          </a:prstGeom>
          <a:solidFill>
            <a:srgbClr val="23B10D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4-Point Star 79"/>
          <p:cNvSpPr/>
          <p:nvPr/>
        </p:nvSpPr>
        <p:spPr>
          <a:xfrm>
            <a:off x="4069285" y="4313610"/>
            <a:ext cx="123364" cy="123364"/>
          </a:xfrm>
          <a:prstGeom prst="star4">
            <a:avLst/>
          </a:prstGeom>
          <a:solidFill>
            <a:srgbClr val="23B10D"/>
          </a:solidFill>
          <a:ln w="57150">
            <a:solidFill>
              <a:srgbClr val="FAEE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ame Side Corner Rectangle 1"/>
          <p:cNvSpPr/>
          <p:nvPr/>
        </p:nvSpPr>
        <p:spPr>
          <a:xfrm>
            <a:off x="6683095" y="2286378"/>
            <a:ext cx="1606550" cy="1719440"/>
          </a:xfrm>
          <a:prstGeom prst="round2SameRect">
            <a:avLst>
              <a:gd name="adj1" fmla="val 28129"/>
              <a:gd name="adj2" fmla="val 0"/>
            </a:avLst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5925971" y="5294660"/>
            <a:ext cx="757124" cy="666116"/>
          </a:xfrm>
          <a:custGeom>
            <a:avLst/>
            <a:gdLst>
              <a:gd name="connsiteX0" fmla="*/ 520480 w 757124"/>
              <a:gd name="connsiteY0" fmla="*/ 0 h 666116"/>
              <a:gd name="connsiteX1" fmla="*/ 520480 w 757124"/>
              <a:gd name="connsiteY1" fmla="*/ 253698 h 666116"/>
              <a:gd name="connsiteX2" fmla="*/ 757124 w 757124"/>
              <a:gd name="connsiteY2" fmla="*/ 666116 h 666116"/>
              <a:gd name="connsiteX3" fmla="*/ 0 w 757124"/>
              <a:gd name="connsiteY3" fmla="*/ 666116 h 666116"/>
              <a:gd name="connsiteX4" fmla="*/ 236644 w 757124"/>
              <a:gd name="connsiteY4" fmla="*/ 253698 h 666116"/>
              <a:gd name="connsiteX5" fmla="*/ 236644 w 757124"/>
              <a:gd name="connsiteY5" fmla="*/ 111689 h 666116"/>
              <a:gd name="connsiteX6" fmla="*/ 238102 w 757124"/>
              <a:gd name="connsiteY6" fmla="*/ 111611 h 666116"/>
              <a:gd name="connsiteX7" fmla="*/ 378562 w 757124"/>
              <a:gd name="connsiteY7" fmla="*/ 55845 h 666116"/>
              <a:gd name="connsiteX8" fmla="*/ 519022 w 757124"/>
              <a:gd name="connsiteY8" fmla="*/ 78 h 66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7124" h="666116">
                <a:moveTo>
                  <a:pt x="520480" y="0"/>
                </a:moveTo>
                <a:lnTo>
                  <a:pt x="520480" y="253698"/>
                </a:lnTo>
                <a:lnTo>
                  <a:pt x="757124" y="666116"/>
                </a:lnTo>
                <a:lnTo>
                  <a:pt x="0" y="666116"/>
                </a:lnTo>
                <a:lnTo>
                  <a:pt x="236644" y="253698"/>
                </a:lnTo>
                <a:lnTo>
                  <a:pt x="236644" y="111689"/>
                </a:lnTo>
                <a:lnTo>
                  <a:pt x="238102" y="111611"/>
                </a:lnTo>
                <a:cubicBezTo>
                  <a:pt x="320655" y="102419"/>
                  <a:pt x="378562" y="80902"/>
                  <a:pt x="378562" y="55845"/>
                </a:cubicBezTo>
                <a:cubicBezTo>
                  <a:pt x="378562" y="30787"/>
                  <a:pt x="436469" y="9270"/>
                  <a:pt x="519022" y="78"/>
                </a:cubicBezTo>
                <a:close/>
              </a:path>
            </a:pathLst>
          </a:custGeom>
          <a:solidFill>
            <a:srgbClr val="23B10D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4-Point Star 34"/>
          <p:cNvSpPr/>
          <p:nvPr/>
        </p:nvSpPr>
        <p:spPr>
          <a:xfrm>
            <a:off x="5968314" y="4927416"/>
            <a:ext cx="424866" cy="424866"/>
          </a:xfrm>
          <a:prstGeom prst="star4">
            <a:avLst/>
          </a:prstGeom>
          <a:solidFill>
            <a:srgbClr val="23B10D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126" y="3009715"/>
            <a:ext cx="564174" cy="77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3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86326" y="3901762"/>
            <a:ext cx="771525" cy="77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242185" y="2969147"/>
            <a:ext cx="525065" cy="525065"/>
          </a:xfrm>
          <a:custGeom>
            <a:avLst/>
            <a:gdLst>
              <a:gd name="connsiteX0" fmla="*/ 149272 w 525065"/>
              <a:gd name="connsiteY0" fmla="*/ 76435 h 525065"/>
              <a:gd name="connsiteX1" fmla="*/ 76433 w 525065"/>
              <a:gd name="connsiteY1" fmla="*/ 149274 h 525065"/>
              <a:gd name="connsiteX2" fmla="*/ 76433 w 525065"/>
              <a:gd name="connsiteY2" fmla="*/ 375792 h 525065"/>
              <a:gd name="connsiteX3" fmla="*/ 149272 w 525065"/>
              <a:gd name="connsiteY3" fmla="*/ 448631 h 525065"/>
              <a:gd name="connsiteX4" fmla="*/ 375790 w 525065"/>
              <a:gd name="connsiteY4" fmla="*/ 448631 h 525065"/>
              <a:gd name="connsiteX5" fmla="*/ 448629 w 525065"/>
              <a:gd name="connsiteY5" fmla="*/ 375792 h 525065"/>
              <a:gd name="connsiteX6" fmla="*/ 448629 w 525065"/>
              <a:gd name="connsiteY6" fmla="*/ 149274 h 525065"/>
              <a:gd name="connsiteX7" fmla="*/ 375790 w 525065"/>
              <a:gd name="connsiteY7" fmla="*/ 76435 h 525065"/>
              <a:gd name="connsiteX8" fmla="*/ 102755 w 525065"/>
              <a:gd name="connsiteY8" fmla="*/ 0 h 525065"/>
              <a:gd name="connsiteX9" fmla="*/ 422310 w 525065"/>
              <a:gd name="connsiteY9" fmla="*/ 0 h 525065"/>
              <a:gd name="connsiteX10" fmla="*/ 525065 w 525065"/>
              <a:gd name="connsiteY10" fmla="*/ 102755 h 525065"/>
              <a:gd name="connsiteX11" fmla="*/ 525065 w 525065"/>
              <a:gd name="connsiteY11" fmla="*/ 422310 h 525065"/>
              <a:gd name="connsiteX12" fmla="*/ 422310 w 525065"/>
              <a:gd name="connsiteY12" fmla="*/ 525065 h 525065"/>
              <a:gd name="connsiteX13" fmla="*/ 102755 w 525065"/>
              <a:gd name="connsiteY13" fmla="*/ 525065 h 525065"/>
              <a:gd name="connsiteX14" fmla="*/ 0 w 525065"/>
              <a:gd name="connsiteY14" fmla="*/ 422310 h 525065"/>
              <a:gd name="connsiteX15" fmla="*/ 0 w 525065"/>
              <a:gd name="connsiteY15" fmla="*/ 102755 h 525065"/>
              <a:gd name="connsiteX16" fmla="*/ 102755 w 525065"/>
              <a:gd name="connsiteY16" fmla="*/ 0 h 525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5065" h="525065">
                <a:moveTo>
                  <a:pt x="149272" y="76435"/>
                </a:moveTo>
                <a:cubicBezTo>
                  <a:pt x="109044" y="76435"/>
                  <a:pt x="76433" y="109046"/>
                  <a:pt x="76433" y="149274"/>
                </a:cubicBezTo>
                <a:lnTo>
                  <a:pt x="76433" y="375792"/>
                </a:lnTo>
                <a:cubicBezTo>
                  <a:pt x="76433" y="416020"/>
                  <a:pt x="109044" y="448631"/>
                  <a:pt x="149272" y="448631"/>
                </a:cubicBezTo>
                <a:lnTo>
                  <a:pt x="375790" y="448631"/>
                </a:lnTo>
                <a:cubicBezTo>
                  <a:pt x="416018" y="448631"/>
                  <a:pt x="448629" y="416020"/>
                  <a:pt x="448629" y="375792"/>
                </a:cubicBezTo>
                <a:lnTo>
                  <a:pt x="448629" y="149274"/>
                </a:lnTo>
                <a:cubicBezTo>
                  <a:pt x="448629" y="109046"/>
                  <a:pt x="416018" y="76435"/>
                  <a:pt x="375790" y="76435"/>
                </a:cubicBezTo>
                <a:close/>
                <a:moveTo>
                  <a:pt x="102755" y="0"/>
                </a:moveTo>
                <a:lnTo>
                  <a:pt x="422310" y="0"/>
                </a:lnTo>
                <a:cubicBezTo>
                  <a:pt x="479060" y="0"/>
                  <a:pt x="525065" y="46005"/>
                  <a:pt x="525065" y="102755"/>
                </a:cubicBezTo>
                <a:lnTo>
                  <a:pt x="525065" y="422310"/>
                </a:lnTo>
                <a:cubicBezTo>
                  <a:pt x="525065" y="479060"/>
                  <a:pt x="479060" y="525065"/>
                  <a:pt x="422310" y="525065"/>
                </a:cubicBezTo>
                <a:lnTo>
                  <a:pt x="102755" y="525065"/>
                </a:lnTo>
                <a:cubicBezTo>
                  <a:pt x="46005" y="525065"/>
                  <a:pt x="0" y="479060"/>
                  <a:pt x="0" y="422310"/>
                </a:cubicBezTo>
                <a:lnTo>
                  <a:pt x="0" y="102755"/>
                </a:lnTo>
                <a:cubicBezTo>
                  <a:pt x="0" y="46005"/>
                  <a:pt x="46005" y="0"/>
                  <a:pt x="102755" y="0"/>
                </a:cubicBezTo>
                <a:close/>
              </a:path>
            </a:pathLst>
          </a:custGeom>
          <a:solidFill>
            <a:srgbClr val="FA5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9" y="-53734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2422027" y="2969147"/>
            <a:ext cx="165377" cy="165377"/>
          </a:xfrm>
          <a:prstGeom prst="roundRect">
            <a:avLst>
              <a:gd name="adj" fmla="val 35602"/>
            </a:avLst>
          </a:prstGeom>
          <a:solidFill>
            <a:srgbClr val="FA5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2422027" y="3328835"/>
            <a:ext cx="165377" cy="165377"/>
          </a:xfrm>
          <a:prstGeom prst="roundRect">
            <a:avLst>
              <a:gd name="adj" fmla="val 35602"/>
            </a:avLst>
          </a:prstGeom>
          <a:solidFill>
            <a:srgbClr val="FA5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2601873" y="3148990"/>
            <a:ext cx="165377" cy="165377"/>
          </a:xfrm>
          <a:prstGeom prst="roundRect">
            <a:avLst>
              <a:gd name="adj" fmla="val 35602"/>
            </a:avLst>
          </a:prstGeom>
          <a:solidFill>
            <a:srgbClr val="FA5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242185" y="3148989"/>
            <a:ext cx="165377" cy="165377"/>
          </a:xfrm>
          <a:prstGeom prst="roundRect">
            <a:avLst>
              <a:gd name="adj" fmla="val 35602"/>
            </a:avLst>
          </a:prstGeom>
          <a:solidFill>
            <a:srgbClr val="FA5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art 2"/>
          <p:cNvSpPr/>
          <p:nvPr/>
        </p:nvSpPr>
        <p:spPr>
          <a:xfrm>
            <a:off x="6912147" y="4130798"/>
            <a:ext cx="319886" cy="319886"/>
          </a:xfrm>
          <a:prstGeom prst="heart">
            <a:avLst/>
          </a:prstGeom>
          <a:solidFill>
            <a:srgbClr val="E11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Heart 35"/>
          <p:cNvSpPr/>
          <p:nvPr/>
        </p:nvSpPr>
        <p:spPr>
          <a:xfrm rot="2700000">
            <a:off x="7105754" y="3953706"/>
            <a:ext cx="204503" cy="204503"/>
          </a:xfrm>
          <a:prstGeom prst="heart">
            <a:avLst/>
          </a:prstGeom>
          <a:solidFill>
            <a:srgbClr val="E11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Heart 36"/>
          <p:cNvSpPr/>
          <p:nvPr/>
        </p:nvSpPr>
        <p:spPr>
          <a:xfrm rot="18900000">
            <a:off x="6897534" y="4440449"/>
            <a:ext cx="204503" cy="204503"/>
          </a:xfrm>
          <a:prstGeom prst="heart">
            <a:avLst/>
          </a:prstGeom>
          <a:solidFill>
            <a:srgbClr val="E11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65650" y="2864372"/>
            <a:ext cx="222250" cy="209550"/>
          </a:xfrm>
          <a:custGeom>
            <a:avLst/>
            <a:gdLst>
              <a:gd name="connsiteX0" fmla="*/ 0 w 241300"/>
              <a:gd name="connsiteY0" fmla="*/ 0 h 241300"/>
              <a:gd name="connsiteX1" fmla="*/ 241300 w 241300"/>
              <a:gd name="connsiteY1" fmla="*/ 0 h 241300"/>
              <a:gd name="connsiteX2" fmla="*/ 241300 w 241300"/>
              <a:gd name="connsiteY2" fmla="*/ 241300 h 241300"/>
              <a:gd name="connsiteX3" fmla="*/ 0 w 241300"/>
              <a:gd name="connsiteY3" fmla="*/ 241300 h 241300"/>
              <a:gd name="connsiteX4" fmla="*/ 0 w 241300"/>
              <a:gd name="connsiteY4" fmla="*/ 0 h 241300"/>
              <a:gd name="connsiteX0" fmla="*/ 38100 w 241300"/>
              <a:gd name="connsiteY0" fmla="*/ 31750 h 241300"/>
              <a:gd name="connsiteX1" fmla="*/ 241300 w 241300"/>
              <a:gd name="connsiteY1" fmla="*/ 0 h 241300"/>
              <a:gd name="connsiteX2" fmla="*/ 241300 w 241300"/>
              <a:gd name="connsiteY2" fmla="*/ 241300 h 241300"/>
              <a:gd name="connsiteX3" fmla="*/ 0 w 241300"/>
              <a:gd name="connsiteY3" fmla="*/ 241300 h 241300"/>
              <a:gd name="connsiteX4" fmla="*/ 38100 w 241300"/>
              <a:gd name="connsiteY4" fmla="*/ 31750 h 241300"/>
              <a:gd name="connsiteX0" fmla="*/ 38100 w 241300"/>
              <a:gd name="connsiteY0" fmla="*/ 31750 h 241300"/>
              <a:gd name="connsiteX1" fmla="*/ 241300 w 241300"/>
              <a:gd name="connsiteY1" fmla="*/ 0 h 241300"/>
              <a:gd name="connsiteX2" fmla="*/ 222250 w 241300"/>
              <a:gd name="connsiteY2" fmla="*/ 222250 h 241300"/>
              <a:gd name="connsiteX3" fmla="*/ 0 w 241300"/>
              <a:gd name="connsiteY3" fmla="*/ 241300 h 241300"/>
              <a:gd name="connsiteX4" fmla="*/ 38100 w 241300"/>
              <a:gd name="connsiteY4" fmla="*/ 31750 h 241300"/>
              <a:gd name="connsiteX0" fmla="*/ 38100 w 222250"/>
              <a:gd name="connsiteY0" fmla="*/ 0 h 209550"/>
              <a:gd name="connsiteX1" fmla="*/ 203200 w 222250"/>
              <a:gd name="connsiteY1" fmla="*/ 0 h 209550"/>
              <a:gd name="connsiteX2" fmla="*/ 222250 w 222250"/>
              <a:gd name="connsiteY2" fmla="*/ 190500 h 209550"/>
              <a:gd name="connsiteX3" fmla="*/ 0 w 222250"/>
              <a:gd name="connsiteY3" fmla="*/ 209550 h 209550"/>
              <a:gd name="connsiteX4" fmla="*/ 38100 w 222250"/>
              <a:gd name="connsiteY4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250" h="209550">
                <a:moveTo>
                  <a:pt x="38100" y="0"/>
                </a:moveTo>
                <a:lnTo>
                  <a:pt x="203200" y="0"/>
                </a:lnTo>
                <a:lnTo>
                  <a:pt x="222250" y="190500"/>
                </a:lnTo>
                <a:lnTo>
                  <a:pt x="0" y="209550"/>
                </a:lnTo>
                <a:lnTo>
                  <a:pt x="38100" y="0"/>
                </a:lnTo>
                <a:close/>
              </a:path>
            </a:pathLst>
          </a:custGeom>
          <a:solidFill>
            <a:srgbClr val="FF5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4"/>
          <p:cNvSpPr/>
          <p:nvPr/>
        </p:nvSpPr>
        <p:spPr>
          <a:xfrm rot="18900000">
            <a:off x="4607189" y="2925483"/>
            <a:ext cx="222250" cy="209550"/>
          </a:xfrm>
          <a:custGeom>
            <a:avLst/>
            <a:gdLst>
              <a:gd name="connsiteX0" fmla="*/ 0 w 241300"/>
              <a:gd name="connsiteY0" fmla="*/ 0 h 241300"/>
              <a:gd name="connsiteX1" fmla="*/ 241300 w 241300"/>
              <a:gd name="connsiteY1" fmla="*/ 0 h 241300"/>
              <a:gd name="connsiteX2" fmla="*/ 241300 w 241300"/>
              <a:gd name="connsiteY2" fmla="*/ 241300 h 241300"/>
              <a:gd name="connsiteX3" fmla="*/ 0 w 241300"/>
              <a:gd name="connsiteY3" fmla="*/ 241300 h 241300"/>
              <a:gd name="connsiteX4" fmla="*/ 0 w 241300"/>
              <a:gd name="connsiteY4" fmla="*/ 0 h 241300"/>
              <a:gd name="connsiteX0" fmla="*/ 38100 w 241300"/>
              <a:gd name="connsiteY0" fmla="*/ 31750 h 241300"/>
              <a:gd name="connsiteX1" fmla="*/ 241300 w 241300"/>
              <a:gd name="connsiteY1" fmla="*/ 0 h 241300"/>
              <a:gd name="connsiteX2" fmla="*/ 241300 w 241300"/>
              <a:gd name="connsiteY2" fmla="*/ 241300 h 241300"/>
              <a:gd name="connsiteX3" fmla="*/ 0 w 241300"/>
              <a:gd name="connsiteY3" fmla="*/ 241300 h 241300"/>
              <a:gd name="connsiteX4" fmla="*/ 38100 w 241300"/>
              <a:gd name="connsiteY4" fmla="*/ 31750 h 241300"/>
              <a:gd name="connsiteX0" fmla="*/ 38100 w 241300"/>
              <a:gd name="connsiteY0" fmla="*/ 31750 h 241300"/>
              <a:gd name="connsiteX1" fmla="*/ 241300 w 241300"/>
              <a:gd name="connsiteY1" fmla="*/ 0 h 241300"/>
              <a:gd name="connsiteX2" fmla="*/ 222250 w 241300"/>
              <a:gd name="connsiteY2" fmla="*/ 222250 h 241300"/>
              <a:gd name="connsiteX3" fmla="*/ 0 w 241300"/>
              <a:gd name="connsiteY3" fmla="*/ 241300 h 241300"/>
              <a:gd name="connsiteX4" fmla="*/ 38100 w 241300"/>
              <a:gd name="connsiteY4" fmla="*/ 31750 h 241300"/>
              <a:gd name="connsiteX0" fmla="*/ 38100 w 222250"/>
              <a:gd name="connsiteY0" fmla="*/ 0 h 209550"/>
              <a:gd name="connsiteX1" fmla="*/ 203200 w 222250"/>
              <a:gd name="connsiteY1" fmla="*/ 0 h 209550"/>
              <a:gd name="connsiteX2" fmla="*/ 222250 w 222250"/>
              <a:gd name="connsiteY2" fmla="*/ 190500 h 209550"/>
              <a:gd name="connsiteX3" fmla="*/ 0 w 222250"/>
              <a:gd name="connsiteY3" fmla="*/ 209550 h 209550"/>
              <a:gd name="connsiteX4" fmla="*/ 38100 w 222250"/>
              <a:gd name="connsiteY4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250" h="209550">
                <a:moveTo>
                  <a:pt x="38100" y="0"/>
                </a:moveTo>
                <a:lnTo>
                  <a:pt x="203200" y="0"/>
                </a:lnTo>
                <a:lnTo>
                  <a:pt x="222250" y="190500"/>
                </a:lnTo>
                <a:lnTo>
                  <a:pt x="0" y="209550"/>
                </a:lnTo>
                <a:lnTo>
                  <a:pt x="38100" y="0"/>
                </a:lnTo>
                <a:close/>
              </a:path>
            </a:pathLst>
          </a:custGeom>
          <a:solidFill>
            <a:srgbClr val="FF7F50"/>
          </a:solidFill>
          <a:ln w="28575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39278" y="1966111"/>
            <a:ext cx="367772" cy="367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654" y="1979294"/>
            <a:ext cx="317019" cy="3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8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41497" y="3441697"/>
            <a:ext cx="2400300" cy="2400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930647" y="636928"/>
            <a:ext cx="2376623" cy="2376623"/>
          </a:xfrm>
          <a:prstGeom prst="rect">
            <a:avLst/>
          </a:prstGeom>
          <a:solidFill>
            <a:srgbClr val="FFFC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3930647" y="636927"/>
            <a:ext cx="1188311" cy="1188311"/>
          </a:xfrm>
          <a:custGeom>
            <a:avLst/>
            <a:gdLst>
              <a:gd name="connsiteX0" fmla="*/ 756643 w 1188311"/>
              <a:gd name="connsiteY0" fmla="*/ 862978 h 1188311"/>
              <a:gd name="connsiteX1" fmla="*/ 865677 w 1188311"/>
              <a:gd name="connsiteY1" fmla="*/ 972012 h 1188311"/>
              <a:gd name="connsiteX2" fmla="*/ 869191 w 1188311"/>
              <a:gd name="connsiteY2" fmla="*/ 972012 h 1188311"/>
              <a:gd name="connsiteX3" fmla="*/ 885168 w 1188311"/>
              <a:gd name="connsiteY3" fmla="*/ 1051150 h 1188311"/>
              <a:gd name="connsiteX4" fmla="*/ 1086099 w 1188311"/>
              <a:gd name="connsiteY4" fmla="*/ 1184336 h 1188311"/>
              <a:gd name="connsiteX5" fmla="*/ 1170981 w 1188311"/>
              <a:gd name="connsiteY5" fmla="*/ 1167199 h 1188311"/>
              <a:gd name="connsiteX6" fmla="*/ 1188311 w 1188311"/>
              <a:gd name="connsiteY6" fmla="*/ 1155515 h 1188311"/>
              <a:gd name="connsiteX7" fmla="*/ 1188311 w 1188311"/>
              <a:gd name="connsiteY7" fmla="*/ 1188311 h 1188311"/>
              <a:gd name="connsiteX8" fmla="*/ 0 w 1188311"/>
              <a:gd name="connsiteY8" fmla="*/ 1188311 h 1188311"/>
              <a:gd name="connsiteX9" fmla="*/ 0 w 1188311"/>
              <a:gd name="connsiteY9" fmla="*/ 942161 h 1188311"/>
              <a:gd name="connsiteX10" fmla="*/ 1740 w 1188311"/>
              <a:gd name="connsiteY10" fmla="*/ 933545 h 1188311"/>
              <a:gd name="connsiteX11" fmla="*/ 102205 w 1188311"/>
              <a:gd name="connsiteY11" fmla="*/ 866952 h 1188311"/>
              <a:gd name="connsiteX12" fmla="*/ 211239 w 1188311"/>
              <a:gd name="connsiteY12" fmla="*/ 975986 h 1188311"/>
              <a:gd name="connsiteX13" fmla="*/ 214753 w 1188311"/>
              <a:gd name="connsiteY13" fmla="*/ 975986 h 1188311"/>
              <a:gd name="connsiteX14" fmla="*/ 230730 w 1188311"/>
              <a:gd name="connsiteY14" fmla="*/ 1055124 h 1188311"/>
              <a:gd name="connsiteX15" fmla="*/ 431661 w 1188311"/>
              <a:gd name="connsiteY15" fmla="*/ 1188310 h 1188311"/>
              <a:gd name="connsiteX16" fmla="*/ 649729 w 1188311"/>
              <a:gd name="connsiteY16" fmla="*/ 970242 h 1188311"/>
              <a:gd name="connsiteX17" fmla="*/ 647966 w 1188311"/>
              <a:gd name="connsiteY17" fmla="*/ 970242 h 1188311"/>
              <a:gd name="connsiteX18" fmla="*/ 656178 w 1188311"/>
              <a:gd name="connsiteY18" fmla="*/ 929571 h 1188311"/>
              <a:gd name="connsiteX19" fmla="*/ 756643 w 1188311"/>
              <a:gd name="connsiteY19" fmla="*/ 862978 h 1188311"/>
              <a:gd name="connsiteX20" fmla="*/ 756644 w 1188311"/>
              <a:gd name="connsiteY20" fmla="*/ 486006 h 1188311"/>
              <a:gd name="connsiteX21" fmla="*/ 865678 w 1188311"/>
              <a:gd name="connsiteY21" fmla="*/ 595040 h 1188311"/>
              <a:gd name="connsiteX22" fmla="*/ 869192 w 1188311"/>
              <a:gd name="connsiteY22" fmla="*/ 595040 h 1188311"/>
              <a:gd name="connsiteX23" fmla="*/ 885169 w 1188311"/>
              <a:gd name="connsiteY23" fmla="*/ 674178 h 1188311"/>
              <a:gd name="connsiteX24" fmla="*/ 1086100 w 1188311"/>
              <a:gd name="connsiteY24" fmla="*/ 807364 h 1188311"/>
              <a:gd name="connsiteX25" fmla="*/ 1170982 w 1188311"/>
              <a:gd name="connsiteY25" fmla="*/ 790227 h 1188311"/>
              <a:gd name="connsiteX26" fmla="*/ 1188311 w 1188311"/>
              <a:gd name="connsiteY26" fmla="*/ 778544 h 1188311"/>
              <a:gd name="connsiteX27" fmla="*/ 1188311 w 1188311"/>
              <a:gd name="connsiteY27" fmla="*/ 1000054 h 1188311"/>
              <a:gd name="connsiteX28" fmla="*/ 1186564 w 1188311"/>
              <a:gd name="connsiteY28" fmla="*/ 1008709 h 1188311"/>
              <a:gd name="connsiteX29" fmla="*/ 1086098 w 1188311"/>
              <a:gd name="connsiteY29" fmla="*/ 1075302 h 1188311"/>
              <a:gd name="connsiteX30" fmla="*/ 977064 w 1188311"/>
              <a:gd name="connsiteY30" fmla="*/ 966268 h 1188311"/>
              <a:gd name="connsiteX31" fmla="*/ 973552 w 1188311"/>
              <a:gd name="connsiteY31" fmla="*/ 966268 h 1188311"/>
              <a:gd name="connsiteX32" fmla="*/ 957575 w 1188311"/>
              <a:gd name="connsiteY32" fmla="*/ 887130 h 1188311"/>
              <a:gd name="connsiteX33" fmla="*/ 756644 w 1188311"/>
              <a:gd name="connsiteY33" fmla="*/ 753944 h 1188311"/>
              <a:gd name="connsiteX34" fmla="*/ 538576 w 1188311"/>
              <a:gd name="connsiteY34" fmla="*/ 972012 h 1188311"/>
              <a:gd name="connsiteX35" fmla="*/ 540337 w 1188311"/>
              <a:gd name="connsiteY35" fmla="*/ 972012 h 1188311"/>
              <a:gd name="connsiteX36" fmla="*/ 532125 w 1188311"/>
              <a:gd name="connsiteY36" fmla="*/ 1012683 h 1188311"/>
              <a:gd name="connsiteX37" fmla="*/ 431660 w 1188311"/>
              <a:gd name="connsiteY37" fmla="*/ 1079276 h 1188311"/>
              <a:gd name="connsiteX38" fmla="*/ 322626 w 1188311"/>
              <a:gd name="connsiteY38" fmla="*/ 970242 h 1188311"/>
              <a:gd name="connsiteX39" fmla="*/ 319114 w 1188311"/>
              <a:gd name="connsiteY39" fmla="*/ 970242 h 1188311"/>
              <a:gd name="connsiteX40" fmla="*/ 303137 w 1188311"/>
              <a:gd name="connsiteY40" fmla="*/ 891104 h 1188311"/>
              <a:gd name="connsiteX41" fmla="*/ 102206 w 1188311"/>
              <a:gd name="connsiteY41" fmla="*/ 757918 h 1188311"/>
              <a:gd name="connsiteX42" fmla="*/ 17324 w 1188311"/>
              <a:gd name="connsiteY42" fmla="*/ 775055 h 1188311"/>
              <a:gd name="connsiteX43" fmla="*/ 0 w 1188311"/>
              <a:gd name="connsiteY43" fmla="*/ 786735 h 1188311"/>
              <a:gd name="connsiteX44" fmla="*/ 0 w 1188311"/>
              <a:gd name="connsiteY44" fmla="*/ 565194 h 1188311"/>
              <a:gd name="connsiteX45" fmla="*/ 1741 w 1188311"/>
              <a:gd name="connsiteY45" fmla="*/ 556573 h 1188311"/>
              <a:gd name="connsiteX46" fmla="*/ 102206 w 1188311"/>
              <a:gd name="connsiteY46" fmla="*/ 489980 h 1188311"/>
              <a:gd name="connsiteX47" fmla="*/ 211240 w 1188311"/>
              <a:gd name="connsiteY47" fmla="*/ 599014 h 1188311"/>
              <a:gd name="connsiteX48" fmla="*/ 214754 w 1188311"/>
              <a:gd name="connsiteY48" fmla="*/ 599014 h 1188311"/>
              <a:gd name="connsiteX49" fmla="*/ 230731 w 1188311"/>
              <a:gd name="connsiteY49" fmla="*/ 678152 h 1188311"/>
              <a:gd name="connsiteX50" fmla="*/ 431662 w 1188311"/>
              <a:gd name="connsiteY50" fmla="*/ 811338 h 1188311"/>
              <a:gd name="connsiteX51" fmla="*/ 649730 w 1188311"/>
              <a:gd name="connsiteY51" fmla="*/ 593270 h 1188311"/>
              <a:gd name="connsiteX52" fmla="*/ 647967 w 1188311"/>
              <a:gd name="connsiteY52" fmla="*/ 593270 h 1188311"/>
              <a:gd name="connsiteX53" fmla="*/ 656179 w 1188311"/>
              <a:gd name="connsiteY53" fmla="*/ 552599 h 1188311"/>
              <a:gd name="connsiteX54" fmla="*/ 756644 w 1188311"/>
              <a:gd name="connsiteY54" fmla="*/ 486006 h 1188311"/>
              <a:gd name="connsiteX55" fmla="*/ 756645 w 1188311"/>
              <a:gd name="connsiteY55" fmla="*/ 109034 h 1188311"/>
              <a:gd name="connsiteX56" fmla="*/ 865679 w 1188311"/>
              <a:gd name="connsiteY56" fmla="*/ 218068 h 1188311"/>
              <a:gd name="connsiteX57" fmla="*/ 869193 w 1188311"/>
              <a:gd name="connsiteY57" fmla="*/ 218068 h 1188311"/>
              <a:gd name="connsiteX58" fmla="*/ 885170 w 1188311"/>
              <a:gd name="connsiteY58" fmla="*/ 297206 h 1188311"/>
              <a:gd name="connsiteX59" fmla="*/ 1086101 w 1188311"/>
              <a:gd name="connsiteY59" fmla="*/ 430392 h 1188311"/>
              <a:gd name="connsiteX60" fmla="*/ 1170983 w 1188311"/>
              <a:gd name="connsiteY60" fmla="*/ 413255 h 1188311"/>
              <a:gd name="connsiteX61" fmla="*/ 1188311 w 1188311"/>
              <a:gd name="connsiteY61" fmla="*/ 401573 h 1188311"/>
              <a:gd name="connsiteX62" fmla="*/ 1188311 w 1188311"/>
              <a:gd name="connsiteY62" fmla="*/ 623087 h 1188311"/>
              <a:gd name="connsiteX63" fmla="*/ 1186565 w 1188311"/>
              <a:gd name="connsiteY63" fmla="*/ 631737 h 1188311"/>
              <a:gd name="connsiteX64" fmla="*/ 1086099 w 1188311"/>
              <a:gd name="connsiteY64" fmla="*/ 698330 h 1188311"/>
              <a:gd name="connsiteX65" fmla="*/ 977065 w 1188311"/>
              <a:gd name="connsiteY65" fmla="*/ 589296 h 1188311"/>
              <a:gd name="connsiteX66" fmla="*/ 973553 w 1188311"/>
              <a:gd name="connsiteY66" fmla="*/ 589296 h 1188311"/>
              <a:gd name="connsiteX67" fmla="*/ 957576 w 1188311"/>
              <a:gd name="connsiteY67" fmla="*/ 510158 h 1188311"/>
              <a:gd name="connsiteX68" fmla="*/ 756645 w 1188311"/>
              <a:gd name="connsiteY68" fmla="*/ 376972 h 1188311"/>
              <a:gd name="connsiteX69" fmla="*/ 538577 w 1188311"/>
              <a:gd name="connsiteY69" fmla="*/ 595040 h 1188311"/>
              <a:gd name="connsiteX70" fmla="*/ 540338 w 1188311"/>
              <a:gd name="connsiteY70" fmla="*/ 595040 h 1188311"/>
              <a:gd name="connsiteX71" fmla="*/ 532126 w 1188311"/>
              <a:gd name="connsiteY71" fmla="*/ 635711 h 1188311"/>
              <a:gd name="connsiteX72" fmla="*/ 431661 w 1188311"/>
              <a:gd name="connsiteY72" fmla="*/ 702304 h 1188311"/>
              <a:gd name="connsiteX73" fmla="*/ 322627 w 1188311"/>
              <a:gd name="connsiteY73" fmla="*/ 593270 h 1188311"/>
              <a:gd name="connsiteX74" fmla="*/ 319115 w 1188311"/>
              <a:gd name="connsiteY74" fmla="*/ 593270 h 1188311"/>
              <a:gd name="connsiteX75" fmla="*/ 303138 w 1188311"/>
              <a:gd name="connsiteY75" fmla="*/ 514132 h 1188311"/>
              <a:gd name="connsiteX76" fmla="*/ 102207 w 1188311"/>
              <a:gd name="connsiteY76" fmla="*/ 380946 h 1188311"/>
              <a:gd name="connsiteX77" fmla="*/ 17325 w 1188311"/>
              <a:gd name="connsiteY77" fmla="*/ 398083 h 1188311"/>
              <a:gd name="connsiteX78" fmla="*/ 0 w 1188311"/>
              <a:gd name="connsiteY78" fmla="*/ 409764 h 1188311"/>
              <a:gd name="connsiteX79" fmla="*/ 0 w 1188311"/>
              <a:gd name="connsiteY79" fmla="*/ 188227 h 1188311"/>
              <a:gd name="connsiteX80" fmla="*/ 1742 w 1188311"/>
              <a:gd name="connsiteY80" fmla="*/ 179601 h 1188311"/>
              <a:gd name="connsiteX81" fmla="*/ 102207 w 1188311"/>
              <a:gd name="connsiteY81" fmla="*/ 113008 h 1188311"/>
              <a:gd name="connsiteX82" fmla="*/ 211241 w 1188311"/>
              <a:gd name="connsiteY82" fmla="*/ 222042 h 1188311"/>
              <a:gd name="connsiteX83" fmla="*/ 214755 w 1188311"/>
              <a:gd name="connsiteY83" fmla="*/ 222042 h 1188311"/>
              <a:gd name="connsiteX84" fmla="*/ 230732 w 1188311"/>
              <a:gd name="connsiteY84" fmla="*/ 301180 h 1188311"/>
              <a:gd name="connsiteX85" fmla="*/ 431663 w 1188311"/>
              <a:gd name="connsiteY85" fmla="*/ 434366 h 1188311"/>
              <a:gd name="connsiteX86" fmla="*/ 649731 w 1188311"/>
              <a:gd name="connsiteY86" fmla="*/ 216298 h 1188311"/>
              <a:gd name="connsiteX87" fmla="*/ 647968 w 1188311"/>
              <a:gd name="connsiteY87" fmla="*/ 216298 h 1188311"/>
              <a:gd name="connsiteX88" fmla="*/ 656180 w 1188311"/>
              <a:gd name="connsiteY88" fmla="*/ 175627 h 1188311"/>
              <a:gd name="connsiteX89" fmla="*/ 756645 w 1188311"/>
              <a:gd name="connsiteY89" fmla="*/ 109034 h 1188311"/>
              <a:gd name="connsiteX90" fmla="*/ 756646 w 1188311"/>
              <a:gd name="connsiteY90" fmla="*/ 0 h 1188311"/>
              <a:gd name="connsiteX91" fmla="*/ 1188311 w 1188311"/>
              <a:gd name="connsiteY91" fmla="*/ 0 h 1188311"/>
              <a:gd name="connsiteX92" fmla="*/ 1188311 w 1188311"/>
              <a:gd name="connsiteY92" fmla="*/ 246120 h 1188311"/>
              <a:gd name="connsiteX93" fmla="*/ 1186566 w 1188311"/>
              <a:gd name="connsiteY93" fmla="*/ 254765 h 1188311"/>
              <a:gd name="connsiteX94" fmla="*/ 1086100 w 1188311"/>
              <a:gd name="connsiteY94" fmla="*/ 321358 h 1188311"/>
              <a:gd name="connsiteX95" fmla="*/ 977066 w 1188311"/>
              <a:gd name="connsiteY95" fmla="*/ 212324 h 1188311"/>
              <a:gd name="connsiteX96" fmla="*/ 973554 w 1188311"/>
              <a:gd name="connsiteY96" fmla="*/ 212324 h 1188311"/>
              <a:gd name="connsiteX97" fmla="*/ 957577 w 1188311"/>
              <a:gd name="connsiteY97" fmla="*/ 133186 h 1188311"/>
              <a:gd name="connsiteX98" fmla="*/ 756646 w 1188311"/>
              <a:gd name="connsiteY98" fmla="*/ 0 h 1188311"/>
              <a:gd name="connsiteX99" fmla="*/ 0 w 1188311"/>
              <a:gd name="connsiteY99" fmla="*/ 0 h 1188311"/>
              <a:gd name="connsiteX100" fmla="*/ 756646 w 1188311"/>
              <a:gd name="connsiteY100" fmla="*/ 0 h 1188311"/>
              <a:gd name="connsiteX101" fmla="*/ 538578 w 1188311"/>
              <a:gd name="connsiteY101" fmla="*/ 218068 h 1188311"/>
              <a:gd name="connsiteX102" fmla="*/ 540339 w 1188311"/>
              <a:gd name="connsiteY102" fmla="*/ 218068 h 1188311"/>
              <a:gd name="connsiteX103" fmla="*/ 532127 w 1188311"/>
              <a:gd name="connsiteY103" fmla="*/ 258739 h 1188311"/>
              <a:gd name="connsiteX104" fmla="*/ 431662 w 1188311"/>
              <a:gd name="connsiteY104" fmla="*/ 325332 h 1188311"/>
              <a:gd name="connsiteX105" fmla="*/ 322628 w 1188311"/>
              <a:gd name="connsiteY105" fmla="*/ 216298 h 1188311"/>
              <a:gd name="connsiteX106" fmla="*/ 319116 w 1188311"/>
              <a:gd name="connsiteY106" fmla="*/ 216298 h 1188311"/>
              <a:gd name="connsiteX107" fmla="*/ 303139 w 1188311"/>
              <a:gd name="connsiteY107" fmla="*/ 137160 h 1188311"/>
              <a:gd name="connsiteX108" fmla="*/ 102208 w 1188311"/>
              <a:gd name="connsiteY108" fmla="*/ 3974 h 1188311"/>
              <a:gd name="connsiteX109" fmla="*/ 17326 w 1188311"/>
              <a:gd name="connsiteY109" fmla="*/ 21111 h 1188311"/>
              <a:gd name="connsiteX110" fmla="*/ 0 w 1188311"/>
              <a:gd name="connsiteY110" fmla="*/ 32792 h 118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88311" h="1188311">
                <a:moveTo>
                  <a:pt x="756643" y="862978"/>
                </a:moveTo>
                <a:cubicBezTo>
                  <a:pt x="816861" y="862978"/>
                  <a:pt x="865677" y="911794"/>
                  <a:pt x="865677" y="972012"/>
                </a:cubicBezTo>
                <a:lnTo>
                  <a:pt x="869191" y="972012"/>
                </a:lnTo>
                <a:lnTo>
                  <a:pt x="885168" y="1051150"/>
                </a:lnTo>
                <a:cubicBezTo>
                  <a:pt x="918272" y="1129418"/>
                  <a:pt x="995772" y="1184336"/>
                  <a:pt x="1086099" y="1184336"/>
                </a:cubicBezTo>
                <a:cubicBezTo>
                  <a:pt x="1116208" y="1184336"/>
                  <a:pt x="1144892" y="1178234"/>
                  <a:pt x="1170981" y="1167199"/>
                </a:cubicBezTo>
                <a:lnTo>
                  <a:pt x="1188311" y="1155515"/>
                </a:lnTo>
                <a:lnTo>
                  <a:pt x="1188311" y="1188311"/>
                </a:lnTo>
                <a:lnTo>
                  <a:pt x="0" y="1188311"/>
                </a:lnTo>
                <a:lnTo>
                  <a:pt x="0" y="942161"/>
                </a:lnTo>
                <a:lnTo>
                  <a:pt x="1740" y="933545"/>
                </a:lnTo>
                <a:cubicBezTo>
                  <a:pt x="18292" y="894411"/>
                  <a:pt x="57042" y="866952"/>
                  <a:pt x="102205" y="866952"/>
                </a:cubicBezTo>
                <a:cubicBezTo>
                  <a:pt x="162423" y="866952"/>
                  <a:pt x="211239" y="915768"/>
                  <a:pt x="211239" y="975986"/>
                </a:cubicBezTo>
                <a:lnTo>
                  <a:pt x="214753" y="975986"/>
                </a:lnTo>
                <a:lnTo>
                  <a:pt x="230730" y="1055124"/>
                </a:lnTo>
                <a:cubicBezTo>
                  <a:pt x="263834" y="1133392"/>
                  <a:pt x="341334" y="1188310"/>
                  <a:pt x="431661" y="1188310"/>
                </a:cubicBezTo>
                <a:cubicBezTo>
                  <a:pt x="552097" y="1188310"/>
                  <a:pt x="649729" y="1090678"/>
                  <a:pt x="649729" y="970242"/>
                </a:cubicBezTo>
                <a:lnTo>
                  <a:pt x="647966" y="970242"/>
                </a:lnTo>
                <a:lnTo>
                  <a:pt x="656178" y="929571"/>
                </a:lnTo>
                <a:cubicBezTo>
                  <a:pt x="672730" y="890437"/>
                  <a:pt x="711480" y="862978"/>
                  <a:pt x="756643" y="862978"/>
                </a:cubicBezTo>
                <a:close/>
                <a:moveTo>
                  <a:pt x="756644" y="486006"/>
                </a:moveTo>
                <a:cubicBezTo>
                  <a:pt x="816862" y="486006"/>
                  <a:pt x="865678" y="534822"/>
                  <a:pt x="865678" y="595040"/>
                </a:cubicBezTo>
                <a:lnTo>
                  <a:pt x="869192" y="595040"/>
                </a:lnTo>
                <a:lnTo>
                  <a:pt x="885169" y="674178"/>
                </a:lnTo>
                <a:cubicBezTo>
                  <a:pt x="918273" y="752446"/>
                  <a:pt x="995773" y="807364"/>
                  <a:pt x="1086100" y="807364"/>
                </a:cubicBezTo>
                <a:cubicBezTo>
                  <a:pt x="1116209" y="807364"/>
                  <a:pt x="1144893" y="801262"/>
                  <a:pt x="1170982" y="790227"/>
                </a:cubicBezTo>
                <a:lnTo>
                  <a:pt x="1188311" y="778544"/>
                </a:lnTo>
                <a:lnTo>
                  <a:pt x="1188311" y="1000054"/>
                </a:lnTo>
                <a:lnTo>
                  <a:pt x="1186564" y="1008709"/>
                </a:lnTo>
                <a:cubicBezTo>
                  <a:pt x="1170012" y="1047843"/>
                  <a:pt x="1131262" y="1075302"/>
                  <a:pt x="1086098" y="1075302"/>
                </a:cubicBezTo>
                <a:cubicBezTo>
                  <a:pt x="1025880" y="1075302"/>
                  <a:pt x="977064" y="1026486"/>
                  <a:pt x="977064" y="966268"/>
                </a:cubicBezTo>
                <a:lnTo>
                  <a:pt x="973552" y="966268"/>
                </a:lnTo>
                <a:lnTo>
                  <a:pt x="957575" y="887130"/>
                </a:lnTo>
                <a:cubicBezTo>
                  <a:pt x="924471" y="808862"/>
                  <a:pt x="846971" y="753944"/>
                  <a:pt x="756644" y="753944"/>
                </a:cubicBezTo>
                <a:cubicBezTo>
                  <a:pt x="636208" y="753944"/>
                  <a:pt x="538576" y="851576"/>
                  <a:pt x="538576" y="972012"/>
                </a:cubicBezTo>
                <a:lnTo>
                  <a:pt x="540337" y="972012"/>
                </a:lnTo>
                <a:lnTo>
                  <a:pt x="532125" y="1012683"/>
                </a:lnTo>
                <a:cubicBezTo>
                  <a:pt x="515573" y="1051817"/>
                  <a:pt x="476823" y="1079276"/>
                  <a:pt x="431660" y="1079276"/>
                </a:cubicBezTo>
                <a:cubicBezTo>
                  <a:pt x="371442" y="1079276"/>
                  <a:pt x="322626" y="1030460"/>
                  <a:pt x="322626" y="970242"/>
                </a:cubicBezTo>
                <a:lnTo>
                  <a:pt x="319114" y="970242"/>
                </a:lnTo>
                <a:lnTo>
                  <a:pt x="303137" y="891104"/>
                </a:lnTo>
                <a:cubicBezTo>
                  <a:pt x="270033" y="812836"/>
                  <a:pt x="192533" y="757918"/>
                  <a:pt x="102206" y="757918"/>
                </a:cubicBezTo>
                <a:cubicBezTo>
                  <a:pt x="72097" y="757918"/>
                  <a:pt x="43413" y="764020"/>
                  <a:pt x="17324" y="775055"/>
                </a:cubicBezTo>
                <a:lnTo>
                  <a:pt x="0" y="786735"/>
                </a:lnTo>
                <a:lnTo>
                  <a:pt x="0" y="565194"/>
                </a:lnTo>
                <a:lnTo>
                  <a:pt x="1741" y="556573"/>
                </a:lnTo>
                <a:cubicBezTo>
                  <a:pt x="18293" y="517439"/>
                  <a:pt x="57043" y="489980"/>
                  <a:pt x="102206" y="489980"/>
                </a:cubicBezTo>
                <a:cubicBezTo>
                  <a:pt x="162424" y="489980"/>
                  <a:pt x="211240" y="538796"/>
                  <a:pt x="211240" y="599014"/>
                </a:cubicBezTo>
                <a:lnTo>
                  <a:pt x="214754" y="599014"/>
                </a:lnTo>
                <a:lnTo>
                  <a:pt x="230731" y="678152"/>
                </a:lnTo>
                <a:cubicBezTo>
                  <a:pt x="263835" y="756420"/>
                  <a:pt x="341335" y="811338"/>
                  <a:pt x="431662" y="811338"/>
                </a:cubicBezTo>
                <a:cubicBezTo>
                  <a:pt x="552098" y="811338"/>
                  <a:pt x="649730" y="713706"/>
                  <a:pt x="649730" y="593270"/>
                </a:cubicBezTo>
                <a:lnTo>
                  <a:pt x="647967" y="593270"/>
                </a:lnTo>
                <a:lnTo>
                  <a:pt x="656179" y="552599"/>
                </a:lnTo>
                <a:cubicBezTo>
                  <a:pt x="672731" y="513465"/>
                  <a:pt x="711481" y="486006"/>
                  <a:pt x="756644" y="486006"/>
                </a:cubicBezTo>
                <a:close/>
                <a:moveTo>
                  <a:pt x="756645" y="109034"/>
                </a:moveTo>
                <a:cubicBezTo>
                  <a:pt x="816863" y="109034"/>
                  <a:pt x="865679" y="157850"/>
                  <a:pt x="865679" y="218068"/>
                </a:cubicBezTo>
                <a:lnTo>
                  <a:pt x="869193" y="218068"/>
                </a:lnTo>
                <a:lnTo>
                  <a:pt x="885170" y="297206"/>
                </a:lnTo>
                <a:cubicBezTo>
                  <a:pt x="918274" y="375474"/>
                  <a:pt x="995774" y="430392"/>
                  <a:pt x="1086101" y="430392"/>
                </a:cubicBezTo>
                <a:cubicBezTo>
                  <a:pt x="1116210" y="430392"/>
                  <a:pt x="1144894" y="424290"/>
                  <a:pt x="1170983" y="413255"/>
                </a:cubicBezTo>
                <a:lnTo>
                  <a:pt x="1188311" y="401573"/>
                </a:lnTo>
                <a:lnTo>
                  <a:pt x="1188311" y="623087"/>
                </a:lnTo>
                <a:lnTo>
                  <a:pt x="1186565" y="631737"/>
                </a:lnTo>
                <a:cubicBezTo>
                  <a:pt x="1170013" y="670871"/>
                  <a:pt x="1131263" y="698330"/>
                  <a:pt x="1086099" y="698330"/>
                </a:cubicBezTo>
                <a:cubicBezTo>
                  <a:pt x="1025881" y="698330"/>
                  <a:pt x="977065" y="649514"/>
                  <a:pt x="977065" y="589296"/>
                </a:cubicBezTo>
                <a:lnTo>
                  <a:pt x="973553" y="589296"/>
                </a:lnTo>
                <a:lnTo>
                  <a:pt x="957576" y="510158"/>
                </a:lnTo>
                <a:cubicBezTo>
                  <a:pt x="924472" y="431890"/>
                  <a:pt x="846972" y="376972"/>
                  <a:pt x="756645" y="376972"/>
                </a:cubicBezTo>
                <a:cubicBezTo>
                  <a:pt x="636209" y="376972"/>
                  <a:pt x="538577" y="474604"/>
                  <a:pt x="538577" y="595040"/>
                </a:cubicBezTo>
                <a:lnTo>
                  <a:pt x="540338" y="595040"/>
                </a:lnTo>
                <a:lnTo>
                  <a:pt x="532126" y="635711"/>
                </a:lnTo>
                <a:cubicBezTo>
                  <a:pt x="515574" y="674845"/>
                  <a:pt x="476824" y="702304"/>
                  <a:pt x="431661" y="702304"/>
                </a:cubicBezTo>
                <a:cubicBezTo>
                  <a:pt x="371443" y="702304"/>
                  <a:pt x="322627" y="653488"/>
                  <a:pt x="322627" y="593270"/>
                </a:cubicBezTo>
                <a:lnTo>
                  <a:pt x="319115" y="593270"/>
                </a:lnTo>
                <a:lnTo>
                  <a:pt x="303138" y="514132"/>
                </a:lnTo>
                <a:cubicBezTo>
                  <a:pt x="270034" y="435864"/>
                  <a:pt x="192534" y="380946"/>
                  <a:pt x="102207" y="380946"/>
                </a:cubicBezTo>
                <a:cubicBezTo>
                  <a:pt x="72098" y="380946"/>
                  <a:pt x="43414" y="387048"/>
                  <a:pt x="17325" y="398083"/>
                </a:cubicBezTo>
                <a:lnTo>
                  <a:pt x="0" y="409764"/>
                </a:lnTo>
                <a:lnTo>
                  <a:pt x="0" y="188227"/>
                </a:lnTo>
                <a:lnTo>
                  <a:pt x="1742" y="179601"/>
                </a:lnTo>
                <a:cubicBezTo>
                  <a:pt x="18294" y="140467"/>
                  <a:pt x="57044" y="113008"/>
                  <a:pt x="102207" y="113008"/>
                </a:cubicBezTo>
                <a:cubicBezTo>
                  <a:pt x="162425" y="113008"/>
                  <a:pt x="211241" y="161824"/>
                  <a:pt x="211241" y="222042"/>
                </a:cubicBezTo>
                <a:lnTo>
                  <a:pt x="214755" y="222042"/>
                </a:lnTo>
                <a:lnTo>
                  <a:pt x="230732" y="301180"/>
                </a:lnTo>
                <a:cubicBezTo>
                  <a:pt x="263836" y="379448"/>
                  <a:pt x="341336" y="434366"/>
                  <a:pt x="431663" y="434366"/>
                </a:cubicBezTo>
                <a:cubicBezTo>
                  <a:pt x="552099" y="434366"/>
                  <a:pt x="649731" y="336734"/>
                  <a:pt x="649731" y="216298"/>
                </a:cubicBezTo>
                <a:lnTo>
                  <a:pt x="647968" y="216298"/>
                </a:lnTo>
                <a:lnTo>
                  <a:pt x="656180" y="175627"/>
                </a:lnTo>
                <a:cubicBezTo>
                  <a:pt x="672732" y="136493"/>
                  <a:pt x="711482" y="109034"/>
                  <a:pt x="756645" y="109034"/>
                </a:cubicBezTo>
                <a:close/>
                <a:moveTo>
                  <a:pt x="756646" y="0"/>
                </a:moveTo>
                <a:lnTo>
                  <a:pt x="1188311" y="0"/>
                </a:lnTo>
                <a:lnTo>
                  <a:pt x="1188311" y="246120"/>
                </a:lnTo>
                <a:lnTo>
                  <a:pt x="1186566" y="254765"/>
                </a:lnTo>
                <a:cubicBezTo>
                  <a:pt x="1170014" y="293899"/>
                  <a:pt x="1131264" y="321358"/>
                  <a:pt x="1086100" y="321358"/>
                </a:cubicBezTo>
                <a:cubicBezTo>
                  <a:pt x="1025882" y="321358"/>
                  <a:pt x="977066" y="272542"/>
                  <a:pt x="977066" y="212324"/>
                </a:cubicBezTo>
                <a:lnTo>
                  <a:pt x="973554" y="212324"/>
                </a:lnTo>
                <a:lnTo>
                  <a:pt x="957577" y="133186"/>
                </a:lnTo>
                <a:cubicBezTo>
                  <a:pt x="924473" y="54918"/>
                  <a:pt x="846973" y="0"/>
                  <a:pt x="756646" y="0"/>
                </a:cubicBezTo>
                <a:close/>
                <a:moveTo>
                  <a:pt x="0" y="0"/>
                </a:moveTo>
                <a:lnTo>
                  <a:pt x="756646" y="0"/>
                </a:lnTo>
                <a:cubicBezTo>
                  <a:pt x="636210" y="0"/>
                  <a:pt x="538578" y="97632"/>
                  <a:pt x="538578" y="218068"/>
                </a:cubicBezTo>
                <a:lnTo>
                  <a:pt x="540339" y="218068"/>
                </a:lnTo>
                <a:lnTo>
                  <a:pt x="532127" y="258739"/>
                </a:lnTo>
                <a:cubicBezTo>
                  <a:pt x="515575" y="297873"/>
                  <a:pt x="476825" y="325332"/>
                  <a:pt x="431662" y="325332"/>
                </a:cubicBezTo>
                <a:cubicBezTo>
                  <a:pt x="371444" y="325332"/>
                  <a:pt x="322628" y="276516"/>
                  <a:pt x="322628" y="216298"/>
                </a:cubicBezTo>
                <a:lnTo>
                  <a:pt x="319116" y="216298"/>
                </a:lnTo>
                <a:lnTo>
                  <a:pt x="303139" y="137160"/>
                </a:lnTo>
                <a:cubicBezTo>
                  <a:pt x="270035" y="58892"/>
                  <a:pt x="192535" y="3974"/>
                  <a:pt x="102208" y="3974"/>
                </a:cubicBezTo>
                <a:cubicBezTo>
                  <a:pt x="72099" y="3974"/>
                  <a:pt x="43415" y="10076"/>
                  <a:pt x="17326" y="21111"/>
                </a:cubicBezTo>
                <a:lnTo>
                  <a:pt x="0" y="32792"/>
                </a:lnTo>
                <a:close/>
              </a:path>
            </a:pathLst>
          </a:cu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 rot="16200000">
            <a:off x="3930646" y="1825238"/>
            <a:ext cx="1188311" cy="1188311"/>
          </a:xfrm>
          <a:custGeom>
            <a:avLst/>
            <a:gdLst>
              <a:gd name="connsiteX0" fmla="*/ 756643 w 1188311"/>
              <a:gd name="connsiteY0" fmla="*/ 862978 h 1188311"/>
              <a:gd name="connsiteX1" fmla="*/ 865677 w 1188311"/>
              <a:gd name="connsiteY1" fmla="*/ 972012 h 1188311"/>
              <a:gd name="connsiteX2" fmla="*/ 869191 w 1188311"/>
              <a:gd name="connsiteY2" fmla="*/ 972012 h 1188311"/>
              <a:gd name="connsiteX3" fmla="*/ 885168 w 1188311"/>
              <a:gd name="connsiteY3" fmla="*/ 1051150 h 1188311"/>
              <a:gd name="connsiteX4" fmla="*/ 1086099 w 1188311"/>
              <a:gd name="connsiteY4" fmla="*/ 1184336 h 1188311"/>
              <a:gd name="connsiteX5" fmla="*/ 1170981 w 1188311"/>
              <a:gd name="connsiteY5" fmla="*/ 1167199 h 1188311"/>
              <a:gd name="connsiteX6" fmla="*/ 1188311 w 1188311"/>
              <a:gd name="connsiteY6" fmla="*/ 1155515 h 1188311"/>
              <a:gd name="connsiteX7" fmla="*/ 1188311 w 1188311"/>
              <a:gd name="connsiteY7" fmla="*/ 1188311 h 1188311"/>
              <a:gd name="connsiteX8" fmla="*/ 0 w 1188311"/>
              <a:gd name="connsiteY8" fmla="*/ 1188311 h 1188311"/>
              <a:gd name="connsiteX9" fmla="*/ 0 w 1188311"/>
              <a:gd name="connsiteY9" fmla="*/ 942161 h 1188311"/>
              <a:gd name="connsiteX10" fmla="*/ 1740 w 1188311"/>
              <a:gd name="connsiteY10" fmla="*/ 933545 h 1188311"/>
              <a:gd name="connsiteX11" fmla="*/ 102205 w 1188311"/>
              <a:gd name="connsiteY11" fmla="*/ 866952 h 1188311"/>
              <a:gd name="connsiteX12" fmla="*/ 211239 w 1188311"/>
              <a:gd name="connsiteY12" fmla="*/ 975986 h 1188311"/>
              <a:gd name="connsiteX13" fmla="*/ 214753 w 1188311"/>
              <a:gd name="connsiteY13" fmla="*/ 975986 h 1188311"/>
              <a:gd name="connsiteX14" fmla="*/ 230730 w 1188311"/>
              <a:gd name="connsiteY14" fmla="*/ 1055124 h 1188311"/>
              <a:gd name="connsiteX15" fmla="*/ 431661 w 1188311"/>
              <a:gd name="connsiteY15" fmla="*/ 1188310 h 1188311"/>
              <a:gd name="connsiteX16" fmla="*/ 649729 w 1188311"/>
              <a:gd name="connsiteY16" fmla="*/ 970242 h 1188311"/>
              <a:gd name="connsiteX17" fmla="*/ 647966 w 1188311"/>
              <a:gd name="connsiteY17" fmla="*/ 970242 h 1188311"/>
              <a:gd name="connsiteX18" fmla="*/ 656178 w 1188311"/>
              <a:gd name="connsiteY18" fmla="*/ 929571 h 1188311"/>
              <a:gd name="connsiteX19" fmla="*/ 756643 w 1188311"/>
              <a:gd name="connsiteY19" fmla="*/ 862978 h 1188311"/>
              <a:gd name="connsiteX20" fmla="*/ 756644 w 1188311"/>
              <a:gd name="connsiteY20" fmla="*/ 486006 h 1188311"/>
              <a:gd name="connsiteX21" fmla="*/ 865678 w 1188311"/>
              <a:gd name="connsiteY21" fmla="*/ 595040 h 1188311"/>
              <a:gd name="connsiteX22" fmla="*/ 869192 w 1188311"/>
              <a:gd name="connsiteY22" fmla="*/ 595040 h 1188311"/>
              <a:gd name="connsiteX23" fmla="*/ 885169 w 1188311"/>
              <a:gd name="connsiteY23" fmla="*/ 674178 h 1188311"/>
              <a:gd name="connsiteX24" fmla="*/ 1086100 w 1188311"/>
              <a:gd name="connsiteY24" fmla="*/ 807364 h 1188311"/>
              <a:gd name="connsiteX25" fmla="*/ 1170982 w 1188311"/>
              <a:gd name="connsiteY25" fmla="*/ 790227 h 1188311"/>
              <a:gd name="connsiteX26" fmla="*/ 1188311 w 1188311"/>
              <a:gd name="connsiteY26" fmla="*/ 778544 h 1188311"/>
              <a:gd name="connsiteX27" fmla="*/ 1188311 w 1188311"/>
              <a:gd name="connsiteY27" fmla="*/ 1000054 h 1188311"/>
              <a:gd name="connsiteX28" fmla="*/ 1186564 w 1188311"/>
              <a:gd name="connsiteY28" fmla="*/ 1008709 h 1188311"/>
              <a:gd name="connsiteX29" fmla="*/ 1086098 w 1188311"/>
              <a:gd name="connsiteY29" fmla="*/ 1075302 h 1188311"/>
              <a:gd name="connsiteX30" fmla="*/ 977064 w 1188311"/>
              <a:gd name="connsiteY30" fmla="*/ 966268 h 1188311"/>
              <a:gd name="connsiteX31" fmla="*/ 973552 w 1188311"/>
              <a:gd name="connsiteY31" fmla="*/ 966268 h 1188311"/>
              <a:gd name="connsiteX32" fmla="*/ 957575 w 1188311"/>
              <a:gd name="connsiteY32" fmla="*/ 887130 h 1188311"/>
              <a:gd name="connsiteX33" fmla="*/ 756644 w 1188311"/>
              <a:gd name="connsiteY33" fmla="*/ 753944 h 1188311"/>
              <a:gd name="connsiteX34" fmla="*/ 538576 w 1188311"/>
              <a:gd name="connsiteY34" fmla="*/ 972012 h 1188311"/>
              <a:gd name="connsiteX35" fmla="*/ 540337 w 1188311"/>
              <a:gd name="connsiteY35" fmla="*/ 972012 h 1188311"/>
              <a:gd name="connsiteX36" fmla="*/ 532125 w 1188311"/>
              <a:gd name="connsiteY36" fmla="*/ 1012683 h 1188311"/>
              <a:gd name="connsiteX37" fmla="*/ 431660 w 1188311"/>
              <a:gd name="connsiteY37" fmla="*/ 1079276 h 1188311"/>
              <a:gd name="connsiteX38" fmla="*/ 322626 w 1188311"/>
              <a:gd name="connsiteY38" fmla="*/ 970242 h 1188311"/>
              <a:gd name="connsiteX39" fmla="*/ 319114 w 1188311"/>
              <a:gd name="connsiteY39" fmla="*/ 970242 h 1188311"/>
              <a:gd name="connsiteX40" fmla="*/ 303137 w 1188311"/>
              <a:gd name="connsiteY40" fmla="*/ 891104 h 1188311"/>
              <a:gd name="connsiteX41" fmla="*/ 102206 w 1188311"/>
              <a:gd name="connsiteY41" fmla="*/ 757918 h 1188311"/>
              <a:gd name="connsiteX42" fmla="*/ 17324 w 1188311"/>
              <a:gd name="connsiteY42" fmla="*/ 775055 h 1188311"/>
              <a:gd name="connsiteX43" fmla="*/ 0 w 1188311"/>
              <a:gd name="connsiteY43" fmla="*/ 786735 h 1188311"/>
              <a:gd name="connsiteX44" fmla="*/ 0 w 1188311"/>
              <a:gd name="connsiteY44" fmla="*/ 565194 h 1188311"/>
              <a:gd name="connsiteX45" fmla="*/ 1741 w 1188311"/>
              <a:gd name="connsiteY45" fmla="*/ 556573 h 1188311"/>
              <a:gd name="connsiteX46" fmla="*/ 102206 w 1188311"/>
              <a:gd name="connsiteY46" fmla="*/ 489980 h 1188311"/>
              <a:gd name="connsiteX47" fmla="*/ 211240 w 1188311"/>
              <a:gd name="connsiteY47" fmla="*/ 599014 h 1188311"/>
              <a:gd name="connsiteX48" fmla="*/ 214754 w 1188311"/>
              <a:gd name="connsiteY48" fmla="*/ 599014 h 1188311"/>
              <a:gd name="connsiteX49" fmla="*/ 230731 w 1188311"/>
              <a:gd name="connsiteY49" fmla="*/ 678152 h 1188311"/>
              <a:gd name="connsiteX50" fmla="*/ 431662 w 1188311"/>
              <a:gd name="connsiteY50" fmla="*/ 811338 h 1188311"/>
              <a:gd name="connsiteX51" fmla="*/ 649730 w 1188311"/>
              <a:gd name="connsiteY51" fmla="*/ 593270 h 1188311"/>
              <a:gd name="connsiteX52" fmla="*/ 647967 w 1188311"/>
              <a:gd name="connsiteY52" fmla="*/ 593270 h 1188311"/>
              <a:gd name="connsiteX53" fmla="*/ 656179 w 1188311"/>
              <a:gd name="connsiteY53" fmla="*/ 552599 h 1188311"/>
              <a:gd name="connsiteX54" fmla="*/ 756644 w 1188311"/>
              <a:gd name="connsiteY54" fmla="*/ 486006 h 1188311"/>
              <a:gd name="connsiteX55" fmla="*/ 756645 w 1188311"/>
              <a:gd name="connsiteY55" fmla="*/ 109034 h 1188311"/>
              <a:gd name="connsiteX56" fmla="*/ 865679 w 1188311"/>
              <a:gd name="connsiteY56" fmla="*/ 218068 h 1188311"/>
              <a:gd name="connsiteX57" fmla="*/ 869193 w 1188311"/>
              <a:gd name="connsiteY57" fmla="*/ 218068 h 1188311"/>
              <a:gd name="connsiteX58" fmla="*/ 885170 w 1188311"/>
              <a:gd name="connsiteY58" fmla="*/ 297206 h 1188311"/>
              <a:gd name="connsiteX59" fmla="*/ 1086101 w 1188311"/>
              <a:gd name="connsiteY59" fmla="*/ 430392 h 1188311"/>
              <a:gd name="connsiteX60" fmla="*/ 1170983 w 1188311"/>
              <a:gd name="connsiteY60" fmla="*/ 413255 h 1188311"/>
              <a:gd name="connsiteX61" fmla="*/ 1188311 w 1188311"/>
              <a:gd name="connsiteY61" fmla="*/ 401573 h 1188311"/>
              <a:gd name="connsiteX62" fmla="*/ 1188311 w 1188311"/>
              <a:gd name="connsiteY62" fmla="*/ 623087 h 1188311"/>
              <a:gd name="connsiteX63" fmla="*/ 1186565 w 1188311"/>
              <a:gd name="connsiteY63" fmla="*/ 631737 h 1188311"/>
              <a:gd name="connsiteX64" fmla="*/ 1086099 w 1188311"/>
              <a:gd name="connsiteY64" fmla="*/ 698330 h 1188311"/>
              <a:gd name="connsiteX65" fmla="*/ 977065 w 1188311"/>
              <a:gd name="connsiteY65" fmla="*/ 589296 h 1188311"/>
              <a:gd name="connsiteX66" fmla="*/ 973553 w 1188311"/>
              <a:gd name="connsiteY66" fmla="*/ 589296 h 1188311"/>
              <a:gd name="connsiteX67" fmla="*/ 957576 w 1188311"/>
              <a:gd name="connsiteY67" fmla="*/ 510158 h 1188311"/>
              <a:gd name="connsiteX68" fmla="*/ 756645 w 1188311"/>
              <a:gd name="connsiteY68" fmla="*/ 376972 h 1188311"/>
              <a:gd name="connsiteX69" fmla="*/ 538577 w 1188311"/>
              <a:gd name="connsiteY69" fmla="*/ 595040 h 1188311"/>
              <a:gd name="connsiteX70" fmla="*/ 540338 w 1188311"/>
              <a:gd name="connsiteY70" fmla="*/ 595040 h 1188311"/>
              <a:gd name="connsiteX71" fmla="*/ 532126 w 1188311"/>
              <a:gd name="connsiteY71" fmla="*/ 635711 h 1188311"/>
              <a:gd name="connsiteX72" fmla="*/ 431661 w 1188311"/>
              <a:gd name="connsiteY72" fmla="*/ 702304 h 1188311"/>
              <a:gd name="connsiteX73" fmla="*/ 322627 w 1188311"/>
              <a:gd name="connsiteY73" fmla="*/ 593270 h 1188311"/>
              <a:gd name="connsiteX74" fmla="*/ 319115 w 1188311"/>
              <a:gd name="connsiteY74" fmla="*/ 593270 h 1188311"/>
              <a:gd name="connsiteX75" fmla="*/ 303138 w 1188311"/>
              <a:gd name="connsiteY75" fmla="*/ 514132 h 1188311"/>
              <a:gd name="connsiteX76" fmla="*/ 102207 w 1188311"/>
              <a:gd name="connsiteY76" fmla="*/ 380946 h 1188311"/>
              <a:gd name="connsiteX77" fmla="*/ 17325 w 1188311"/>
              <a:gd name="connsiteY77" fmla="*/ 398083 h 1188311"/>
              <a:gd name="connsiteX78" fmla="*/ 0 w 1188311"/>
              <a:gd name="connsiteY78" fmla="*/ 409764 h 1188311"/>
              <a:gd name="connsiteX79" fmla="*/ 0 w 1188311"/>
              <a:gd name="connsiteY79" fmla="*/ 188227 h 1188311"/>
              <a:gd name="connsiteX80" fmla="*/ 1742 w 1188311"/>
              <a:gd name="connsiteY80" fmla="*/ 179601 h 1188311"/>
              <a:gd name="connsiteX81" fmla="*/ 102207 w 1188311"/>
              <a:gd name="connsiteY81" fmla="*/ 113008 h 1188311"/>
              <a:gd name="connsiteX82" fmla="*/ 211241 w 1188311"/>
              <a:gd name="connsiteY82" fmla="*/ 222042 h 1188311"/>
              <a:gd name="connsiteX83" fmla="*/ 214755 w 1188311"/>
              <a:gd name="connsiteY83" fmla="*/ 222042 h 1188311"/>
              <a:gd name="connsiteX84" fmla="*/ 230732 w 1188311"/>
              <a:gd name="connsiteY84" fmla="*/ 301180 h 1188311"/>
              <a:gd name="connsiteX85" fmla="*/ 431663 w 1188311"/>
              <a:gd name="connsiteY85" fmla="*/ 434366 h 1188311"/>
              <a:gd name="connsiteX86" fmla="*/ 649731 w 1188311"/>
              <a:gd name="connsiteY86" fmla="*/ 216298 h 1188311"/>
              <a:gd name="connsiteX87" fmla="*/ 647968 w 1188311"/>
              <a:gd name="connsiteY87" fmla="*/ 216298 h 1188311"/>
              <a:gd name="connsiteX88" fmla="*/ 656180 w 1188311"/>
              <a:gd name="connsiteY88" fmla="*/ 175627 h 1188311"/>
              <a:gd name="connsiteX89" fmla="*/ 756645 w 1188311"/>
              <a:gd name="connsiteY89" fmla="*/ 109034 h 1188311"/>
              <a:gd name="connsiteX90" fmla="*/ 756646 w 1188311"/>
              <a:gd name="connsiteY90" fmla="*/ 0 h 1188311"/>
              <a:gd name="connsiteX91" fmla="*/ 1188311 w 1188311"/>
              <a:gd name="connsiteY91" fmla="*/ 0 h 1188311"/>
              <a:gd name="connsiteX92" fmla="*/ 1188311 w 1188311"/>
              <a:gd name="connsiteY92" fmla="*/ 246120 h 1188311"/>
              <a:gd name="connsiteX93" fmla="*/ 1186566 w 1188311"/>
              <a:gd name="connsiteY93" fmla="*/ 254765 h 1188311"/>
              <a:gd name="connsiteX94" fmla="*/ 1086100 w 1188311"/>
              <a:gd name="connsiteY94" fmla="*/ 321358 h 1188311"/>
              <a:gd name="connsiteX95" fmla="*/ 977066 w 1188311"/>
              <a:gd name="connsiteY95" fmla="*/ 212324 h 1188311"/>
              <a:gd name="connsiteX96" fmla="*/ 973554 w 1188311"/>
              <a:gd name="connsiteY96" fmla="*/ 212324 h 1188311"/>
              <a:gd name="connsiteX97" fmla="*/ 957577 w 1188311"/>
              <a:gd name="connsiteY97" fmla="*/ 133186 h 1188311"/>
              <a:gd name="connsiteX98" fmla="*/ 756646 w 1188311"/>
              <a:gd name="connsiteY98" fmla="*/ 0 h 1188311"/>
              <a:gd name="connsiteX99" fmla="*/ 0 w 1188311"/>
              <a:gd name="connsiteY99" fmla="*/ 0 h 1188311"/>
              <a:gd name="connsiteX100" fmla="*/ 756646 w 1188311"/>
              <a:gd name="connsiteY100" fmla="*/ 0 h 1188311"/>
              <a:gd name="connsiteX101" fmla="*/ 538578 w 1188311"/>
              <a:gd name="connsiteY101" fmla="*/ 218068 h 1188311"/>
              <a:gd name="connsiteX102" fmla="*/ 540339 w 1188311"/>
              <a:gd name="connsiteY102" fmla="*/ 218068 h 1188311"/>
              <a:gd name="connsiteX103" fmla="*/ 532127 w 1188311"/>
              <a:gd name="connsiteY103" fmla="*/ 258739 h 1188311"/>
              <a:gd name="connsiteX104" fmla="*/ 431662 w 1188311"/>
              <a:gd name="connsiteY104" fmla="*/ 325332 h 1188311"/>
              <a:gd name="connsiteX105" fmla="*/ 322628 w 1188311"/>
              <a:gd name="connsiteY105" fmla="*/ 216298 h 1188311"/>
              <a:gd name="connsiteX106" fmla="*/ 319116 w 1188311"/>
              <a:gd name="connsiteY106" fmla="*/ 216298 h 1188311"/>
              <a:gd name="connsiteX107" fmla="*/ 303139 w 1188311"/>
              <a:gd name="connsiteY107" fmla="*/ 137160 h 1188311"/>
              <a:gd name="connsiteX108" fmla="*/ 102208 w 1188311"/>
              <a:gd name="connsiteY108" fmla="*/ 3974 h 1188311"/>
              <a:gd name="connsiteX109" fmla="*/ 17326 w 1188311"/>
              <a:gd name="connsiteY109" fmla="*/ 21111 h 1188311"/>
              <a:gd name="connsiteX110" fmla="*/ 0 w 1188311"/>
              <a:gd name="connsiteY110" fmla="*/ 32792 h 118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88311" h="1188311">
                <a:moveTo>
                  <a:pt x="756643" y="862978"/>
                </a:moveTo>
                <a:cubicBezTo>
                  <a:pt x="816861" y="862978"/>
                  <a:pt x="865677" y="911794"/>
                  <a:pt x="865677" y="972012"/>
                </a:cubicBezTo>
                <a:lnTo>
                  <a:pt x="869191" y="972012"/>
                </a:lnTo>
                <a:lnTo>
                  <a:pt x="885168" y="1051150"/>
                </a:lnTo>
                <a:cubicBezTo>
                  <a:pt x="918272" y="1129418"/>
                  <a:pt x="995772" y="1184336"/>
                  <a:pt x="1086099" y="1184336"/>
                </a:cubicBezTo>
                <a:cubicBezTo>
                  <a:pt x="1116208" y="1184336"/>
                  <a:pt x="1144892" y="1178234"/>
                  <a:pt x="1170981" y="1167199"/>
                </a:cubicBezTo>
                <a:lnTo>
                  <a:pt x="1188311" y="1155515"/>
                </a:lnTo>
                <a:lnTo>
                  <a:pt x="1188311" y="1188311"/>
                </a:lnTo>
                <a:lnTo>
                  <a:pt x="0" y="1188311"/>
                </a:lnTo>
                <a:lnTo>
                  <a:pt x="0" y="942161"/>
                </a:lnTo>
                <a:lnTo>
                  <a:pt x="1740" y="933545"/>
                </a:lnTo>
                <a:cubicBezTo>
                  <a:pt x="18292" y="894411"/>
                  <a:pt x="57042" y="866952"/>
                  <a:pt x="102205" y="866952"/>
                </a:cubicBezTo>
                <a:cubicBezTo>
                  <a:pt x="162423" y="866952"/>
                  <a:pt x="211239" y="915768"/>
                  <a:pt x="211239" y="975986"/>
                </a:cubicBezTo>
                <a:lnTo>
                  <a:pt x="214753" y="975986"/>
                </a:lnTo>
                <a:lnTo>
                  <a:pt x="230730" y="1055124"/>
                </a:lnTo>
                <a:cubicBezTo>
                  <a:pt x="263834" y="1133392"/>
                  <a:pt x="341334" y="1188310"/>
                  <a:pt x="431661" y="1188310"/>
                </a:cubicBezTo>
                <a:cubicBezTo>
                  <a:pt x="552097" y="1188310"/>
                  <a:pt x="649729" y="1090678"/>
                  <a:pt x="649729" y="970242"/>
                </a:cubicBezTo>
                <a:lnTo>
                  <a:pt x="647966" y="970242"/>
                </a:lnTo>
                <a:lnTo>
                  <a:pt x="656178" y="929571"/>
                </a:lnTo>
                <a:cubicBezTo>
                  <a:pt x="672730" y="890437"/>
                  <a:pt x="711480" y="862978"/>
                  <a:pt x="756643" y="862978"/>
                </a:cubicBezTo>
                <a:close/>
                <a:moveTo>
                  <a:pt x="756644" y="486006"/>
                </a:moveTo>
                <a:cubicBezTo>
                  <a:pt x="816862" y="486006"/>
                  <a:pt x="865678" y="534822"/>
                  <a:pt x="865678" y="595040"/>
                </a:cubicBezTo>
                <a:lnTo>
                  <a:pt x="869192" y="595040"/>
                </a:lnTo>
                <a:lnTo>
                  <a:pt x="885169" y="674178"/>
                </a:lnTo>
                <a:cubicBezTo>
                  <a:pt x="918273" y="752446"/>
                  <a:pt x="995773" y="807364"/>
                  <a:pt x="1086100" y="807364"/>
                </a:cubicBezTo>
                <a:cubicBezTo>
                  <a:pt x="1116209" y="807364"/>
                  <a:pt x="1144893" y="801262"/>
                  <a:pt x="1170982" y="790227"/>
                </a:cubicBezTo>
                <a:lnTo>
                  <a:pt x="1188311" y="778544"/>
                </a:lnTo>
                <a:lnTo>
                  <a:pt x="1188311" y="1000054"/>
                </a:lnTo>
                <a:lnTo>
                  <a:pt x="1186564" y="1008709"/>
                </a:lnTo>
                <a:cubicBezTo>
                  <a:pt x="1170012" y="1047843"/>
                  <a:pt x="1131262" y="1075302"/>
                  <a:pt x="1086098" y="1075302"/>
                </a:cubicBezTo>
                <a:cubicBezTo>
                  <a:pt x="1025880" y="1075302"/>
                  <a:pt x="977064" y="1026486"/>
                  <a:pt x="977064" y="966268"/>
                </a:cubicBezTo>
                <a:lnTo>
                  <a:pt x="973552" y="966268"/>
                </a:lnTo>
                <a:lnTo>
                  <a:pt x="957575" y="887130"/>
                </a:lnTo>
                <a:cubicBezTo>
                  <a:pt x="924471" y="808862"/>
                  <a:pt x="846971" y="753944"/>
                  <a:pt x="756644" y="753944"/>
                </a:cubicBezTo>
                <a:cubicBezTo>
                  <a:pt x="636208" y="753944"/>
                  <a:pt x="538576" y="851576"/>
                  <a:pt x="538576" y="972012"/>
                </a:cubicBezTo>
                <a:lnTo>
                  <a:pt x="540337" y="972012"/>
                </a:lnTo>
                <a:lnTo>
                  <a:pt x="532125" y="1012683"/>
                </a:lnTo>
                <a:cubicBezTo>
                  <a:pt x="515573" y="1051817"/>
                  <a:pt x="476823" y="1079276"/>
                  <a:pt x="431660" y="1079276"/>
                </a:cubicBezTo>
                <a:cubicBezTo>
                  <a:pt x="371442" y="1079276"/>
                  <a:pt x="322626" y="1030460"/>
                  <a:pt x="322626" y="970242"/>
                </a:cubicBezTo>
                <a:lnTo>
                  <a:pt x="319114" y="970242"/>
                </a:lnTo>
                <a:lnTo>
                  <a:pt x="303137" y="891104"/>
                </a:lnTo>
                <a:cubicBezTo>
                  <a:pt x="270033" y="812836"/>
                  <a:pt x="192533" y="757918"/>
                  <a:pt x="102206" y="757918"/>
                </a:cubicBezTo>
                <a:cubicBezTo>
                  <a:pt x="72097" y="757918"/>
                  <a:pt x="43413" y="764020"/>
                  <a:pt x="17324" y="775055"/>
                </a:cubicBezTo>
                <a:lnTo>
                  <a:pt x="0" y="786735"/>
                </a:lnTo>
                <a:lnTo>
                  <a:pt x="0" y="565194"/>
                </a:lnTo>
                <a:lnTo>
                  <a:pt x="1741" y="556573"/>
                </a:lnTo>
                <a:cubicBezTo>
                  <a:pt x="18293" y="517439"/>
                  <a:pt x="57043" y="489980"/>
                  <a:pt x="102206" y="489980"/>
                </a:cubicBezTo>
                <a:cubicBezTo>
                  <a:pt x="162424" y="489980"/>
                  <a:pt x="211240" y="538796"/>
                  <a:pt x="211240" y="599014"/>
                </a:cubicBezTo>
                <a:lnTo>
                  <a:pt x="214754" y="599014"/>
                </a:lnTo>
                <a:lnTo>
                  <a:pt x="230731" y="678152"/>
                </a:lnTo>
                <a:cubicBezTo>
                  <a:pt x="263835" y="756420"/>
                  <a:pt x="341335" y="811338"/>
                  <a:pt x="431662" y="811338"/>
                </a:cubicBezTo>
                <a:cubicBezTo>
                  <a:pt x="552098" y="811338"/>
                  <a:pt x="649730" y="713706"/>
                  <a:pt x="649730" y="593270"/>
                </a:cubicBezTo>
                <a:lnTo>
                  <a:pt x="647967" y="593270"/>
                </a:lnTo>
                <a:lnTo>
                  <a:pt x="656179" y="552599"/>
                </a:lnTo>
                <a:cubicBezTo>
                  <a:pt x="672731" y="513465"/>
                  <a:pt x="711481" y="486006"/>
                  <a:pt x="756644" y="486006"/>
                </a:cubicBezTo>
                <a:close/>
                <a:moveTo>
                  <a:pt x="756645" y="109034"/>
                </a:moveTo>
                <a:cubicBezTo>
                  <a:pt x="816863" y="109034"/>
                  <a:pt x="865679" y="157850"/>
                  <a:pt x="865679" y="218068"/>
                </a:cubicBezTo>
                <a:lnTo>
                  <a:pt x="869193" y="218068"/>
                </a:lnTo>
                <a:lnTo>
                  <a:pt x="885170" y="297206"/>
                </a:lnTo>
                <a:cubicBezTo>
                  <a:pt x="918274" y="375474"/>
                  <a:pt x="995774" y="430392"/>
                  <a:pt x="1086101" y="430392"/>
                </a:cubicBezTo>
                <a:cubicBezTo>
                  <a:pt x="1116210" y="430392"/>
                  <a:pt x="1144894" y="424290"/>
                  <a:pt x="1170983" y="413255"/>
                </a:cubicBezTo>
                <a:lnTo>
                  <a:pt x="1188311" y="401573"/>
                </a:lnTo>
                <a:lnTo>
                  <a:pt x="1188311" y="623087"/>
                </a:lnTo>
                <a:lnTo>
                  <a:pt x="1186565" y="631737"/>
                </a:lnTo>
                <a:cubicBezTo>
                  <a:pt x="1170013" y="670871"/>
                  <a:pt x="1131263" y="698330"/>
                  <a:pt x="1086099" y="698330"/>
                </a:cubicBezTo>
                <a:cubicBezTo>
                  <a:pt x="1025881" y="698330"/>
                  <a:pt x="977065" y="649514"/>
                  <a:pt x="977065" y="589296"/>
                </a:cubicBezTo>
                <a:lnTo>
                  <a:pt x="973553" y="589296"/>
                </a:lnTo>
                <a:lnTo>
                  <a:pt x="957576" y="510158"/>
                </a:lnTo>
                <a:cubicBezTo>
                  <a:pt x="924472" y="431890"/>
                  <a:pt x="846972" y="376972"/>
                  <a:pt x="756645" y="376972"/>
                </a:cubicBezTo>
                <a:cubicBezTo>
                  <a:pt x="636209" y="376972"/>
                  <a:pt x="538577" y="474604"/>
                  <a:pt x="538577" y="595040"/>
                </a:cubicBezTo>
                <a:lnTo>
                  <a:pt x="540338" y="595040"/>
                </a:lnTo>
                <a:lnTo>
                  <a:pt x="532126" y="635711"/>
                </a:lnTo>
                <a:cubicBezTo>
                  <a:pt x="515574" y="674845"/>
                  <a:pt x="476824" y="702304"/>
                  <a:pt x="431661" y="702304"/>
                </a:cubicBezTo>
                <a:cubicBezTo>
                  <a:pt x="371443" y="702304"/>
                  <a:pt x="322627" y="653488"/>
                  <a:pt x="322627" y="593270"/>
                </a:cubicBezTo>
                <a:lnTo>
                  <a:pt x="319115" y="593270"/>
                </a:lnTo>
                <a:lnTo>
                  <a:pt x="303138" y="514132"/>
                </a:lnTo>
                <a:cubicBezTo>
                  <a:pt x="270034" y="435864"/>
                  <a:pt x="192534" y="380946"/>
                  <a:pt x="102207" y="380946"/>
                </a:cubicBezTo>
                <a:cubicBezTo>
                  <a:pt x="72098" y="380946"/>
                  <a:pt x="43414" y="387048"/>
                  <a:pt x="17325" y="398083"/>
                </a:cubicBezTo>
                <a:lnTo>
                  <a:pt x="0" y="409764"/>
                </a:lnTo>
                <a:lnTo>
                  <a:pt x="0" y="188227"/>
                </a:lnTo>
                <a:lnTo>
                  <a:pt x="1742" y="179601"/>
                </a:lnTo>
                <a:cubicBezTo>
                  <a:pt x="18294" y="140467"/>
                  <a:pt x="57044" y="113008"/>
                  <a:pt x="102207" y="113008"/>
                </a:cubicBezTo>
                <a:cubicBezTo>
                  <a:pt x="162425" y="113008"/>
                  <a:pt x="211241" y="161824"/>
                  <a:pt x="211241" y="222042"/>
                </a:cubicBezTo>
                <a:lnTo>
                  <a:pt x="214755" y="222042"/>
                </a:lnTo>
                <a:lnTo>
                  <a:pt x="230732" y="301180"/>
                </a:lnTo>
                <a:cubicBezTo>
                  <a:pt x="263836" y="379448"/>
                  <a:pt x="341336" y="434366"/>
                  <a:pt x="431663" y="434366"/>
                </a:cubicBezTo>
                <a:cubicBezTo>
                  <a:pt x="552099" y="434366"/>
                  <a:pt x="649731" y="336734"/>
                  <a:pt x="649731" y="216298"/>
                </a:cubicBezTo>
                <a:lnTo>
                  <a:pt x="647968" y="216298"/>
                </a:lnTo>
                <a:lnTo>
                  <a:pt x="656180" y="175627"/>
                </a:lnTo>
                <a:cubicBezTo>
                  <a:pt x="672732" y="136493"/>
                  <a:pt x="711482" y="109034"/>
                  <a:pt x="756645" y="109034"/>
                </a:cubicBezTo>
                <a:close/>
                <a:moveTo>
                  <a:pt x="756646" y="0"/>
                </a:moveTo>
                <a:lnTo>
                  <a:pt x="1188311" y="0"/>
                </a:lnTo>
                <a:lnTo>
                  <a:pt x="1188311" y="246120"/>
                </a:lnTo>
                <a:lnTo>
                  <a:pt x="1186566" y="254765"/>
                </a:lnTo>
                <a:cubicBezTo>
                  <a:pt x="1170014" y="293899"/>
                  <a:pt x="1131264" y="321358"/>
                  <a:pt x="1086100" y="321358"/>
                </a:cubicBezTo>
                <a:cubicBezTo>
                  <a:pt x="1025882" y="321358"/>
                  <a:pt x="977066" y="272542"/>
                  <a:pt x="977066" y="212324"/>
                </a:cubicBezTo>
                <a:lnTo>
                  <a:pt x="973554" y="212324"/>
                </a:lnTo>
                <a:lnTo>
                  <a:pt x="957577" y="133186"/>
                </a:lnTo>
                <a:cubicBezTo>
                  <a:pt x="924473" y="54918"/>
                  <a:pt x="846973" y="0"/>
                  <a:pt x="756646" y="0"/>
                </a:cubicBezTo>
                <a:close/>
                <a:moveTo>
                  <a:pt x="0" y="0"/>
                </a:moveTo>
                <a:lnTo>
                  <a:pt x="756646" y="0"/>
                </a:lnTo>
                <a:cubicBezTo>
                  <a:pt x="636210" y="0"/>
                  <a:pt x="538578" y="97632"/>
                  <a:pt x="538578" y="218068"/>
                </a:cubicBezTo>
                <a:lnTo>
                  <a:pt x="540339" y="218068"/>
                </a:lnTo>
                <a:lnTo>
                  <a:pt x="532127" y="258739"/>
                </a:lnTo>
                <a:cubicBezTo>
                  <a:pt x="515575" y="297873"/>
                  <a:pt x="476825" y="325332"/>
                  <a:pt x="431662" y="325332"/>
                </a:cubicBezTo>
                <a:cubicBezTo>
                  <a:pt x="371444" y="325332"/>
                  <a:pt x="322628" y="276516"/>
                  <a:pt x="322628" y="216298"/>
                </a:cubicBezTo>
                <a:lnTo>
                  <a:pt x="319116" y="216298"/>
                </a:lnTo>
                <a:lnTo>
                  <a:pt x="303139" y="137160"/>
                </a:lnTo>
                <a:cubicBezTo>
                  <a:pt x="270035" y="58892"/>
                  <a:pt x="192535" y="3974"/>
                  <a:pt x="102208" y="3974"/>
                </a:cubicBezTo>
                <a:cubicBezTo>
                  <a:pt x="72099" y="3974"/>
                  <a:pt x="43415" y="10076"/>
                  <a:pt x="17326" y="21111"/>
                </a:cubicBezTo>
                <a:lnTo>
                  <a:pt x="0" y="32792"/>
                </a:lnTo>
                <a:close/>
              </a:path>
            </a:pathLst>
          </a:cu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 rot="16200000">
            <a:off x="5118961" y="636930"/>
            <a:ext cx="1188311" cy="1188311"/>
          </a:xfrm>
          <a:custGeom>
            <a:avLst/>
            <a:gdLst>
              <a:gd name="connsiteX0" fmla="*/ 756643 w 1188311"/>
              <a:gd name="connsiteY0" fmla="*/ 862978 h 1188311"/>
              <a:gd name="connsiteX1" fmla="*/ 865677 w 1188311"/>
              <a:gd name="connsiteY1" fmla="*/ 972012 h 1188311"/>
              <a:gd name="connsiteX2" fmla="*/ 869191 w 1188311"/>
              <a:gd name="connsiteY2" fmla="*/ 972012 h 1188311"/>
              <a:gd name="connsiteX3" fmla="*/ 885168 w 1188311"/>
              <a:gd name="connsiteY3" fmla="*/ 1051150 h 1188311"/>
              <a:gd name="connsiteX4" fmla="*/ 1086099 w 1188311"/>
              <a:gd name="connsiteY4" fmla="*/ 1184336 h 1188311"/>
              <a:gd name="connsiteX5" fmla="*/ 1170981 w 1188311"/>
              <a:gd name="connsiteY5" fmla="*/ 1167199 h 1188311"/>
              <a:gd name="connsiteX6" fmla="*/ 1188311 w 1188311"/>
              <a:gd name="connsiteY6" fmla="*/ 1155515 h 1188311"/>
              <a:gd name="connsiteX7" fmla="*/ 1188311 w 1188311"/>
              <a:gd name="connsiteY7" fmla="*/ 1188311 h 1188311"/>
              <a:gd name="connsiteX8" fmla="*/ 0 w 1188311"/>
              <a:gd name="connsiteY8" fmla="*/ 1188311 h 1188311"/>
              <a:gd name="connsiteX9" fmla="*/ 0 w 1188311"/>
              <a:gd name="connsiteY9" fmla="*/ 942161 h 1188311"/>
              <a:gd name="connsiteX10" fmla="*/ 1740 w 1188311"/>
              <a:gd name="connsiteY10" fmla="*/ 933545 h 1188311"/>
              <a:gd name="connsiteX11" fmla="*/ 102205 w 1188311"/>
              <a:gd name="connsiteY11" fmla="*/ 866952 h 1188311"/>
              <a:gd name="connsiteX12" fmla="*/ 211239 w 1188311"/>
              <a:gd name="connsiteY12" fmla="*/ 975986 h 1188311"/>
              <a:gd name="connsiteX13" fmla="*/ 214753 w 1188311"/>
              <a:gd name="connsiteY13" fmla="*/ 975986 h 1188311"/>
              <a:gd name="connsiteX14" fmla="*/ 230730 w 1188311"/>
              <a:gd name="connsiteY14" fmla="*/ 1055124 h 1188311"/>
              <a:gd name="connsiteX15" fmla="*/ 431661 w 1188311"/>
              <a:gd name="connsiteY15" fmla="*/ 1188310 h 1188311"/>
              <a:gd name="connsiteX16" fmla="*/ 649729 w 1188311"/>
              <a:gd name="connsiteY16" fmla="*/ 970242 h 1188311"/>
              <a:gd name="connsiteX17" fmla="*/ 647966 w 1188311"/>
              <a:gd name="connsiteY17" fmla="*/ 970242 h 1188311"/>
              <a:gd name="connsiteX18" fmla="*/ 656178 w 1188311"/>
              <a:gd name="connsiteY18" fmla="*/ 929571 h 1188311"/>
              <a:gd name="connsiteX19" fmla="*/ 756643 w 1188311"/>
              <a:gd name="connsiteY19" fmla="*/ 862978 h 1188311"/>
              <a:gd name="connsiteX20" fmla="*/ 756644 w 1188311"/>
              <a:gd name="connsiteY20" fmla="*/ 486006 h 1188311"/>
              <a:gd name="connsiteX21" fmla="*/ 865678 w 1188311"/>
              <a:gd name="connsiteY21" fmla="*/ 595040 h 1188311"/>
              <a:gd name="connsiteX22" fmla="*/ 869192 w 1188311"/>
              <a:gd name="connsiteY22" fmla="*/ 595040 h 1188311"/>
              <a:gd name="connsiteX23" fmla="*/ 885169 w 1188311"/>
              <a:gd name="connsiteY23" fmla="*/ 674178 h 1188311"/>
              <a:gd name="connsiteX24" fmla="*/ 1086100 w 1188311"/>
              <a:gd name="connsiteY24" fmla="*/ 807364 h 1188311"/>
              <a:gd name="connsiteX25" fmla="*/ 1170982 w 1188311"/>
              <a:gd name="connsiteY25" fmla="*/ 790227 h 1188311"/>
              <a:gd name="connsiteX26" fmla="*/ 1188311 w 1188311"/>
              <a:gd name="connsiteY26" fmla="*/ 778544 h 1188311"/>
              <a:gd name="connsiteX27" fmla="*/ 1188311 w 1188311"/>
              <a:gd name="connsiteY27" fmla="*/ 1000054 h 1188311"/>
              <a:gd name="connsiteX28" fmla="*/ 1186564 w 1188311"/>
              <a:gd name="connsiteY28" fmla="*/ 1008709 h 1188311"/>
              <a:gd name="connsiteX29" fmla="*/ 1086098 w 1188311"/>
              <a:gd name="connsiteY29" fmla="*/ 1075302 h 1188311"/>
              <a:gd name="connsiteX30" fmla="*/ 977064 w 1188311"/>
              <a:gd name="connsiteY30" fmla="*/ 966268 h 1188311"/>
              <a:gd name="connsiteX31" fmla="*/ 973552 w 1188311"/>
              <a:gd name="connsiteY31" fmla="*/ 966268 h 1188311"/>
              <a:gd name="connsiteX32" fmla="*/ 957575 w 1188311"/>
              <a:gd name="connsiteY32" fmla="*/ 887130 h 1188311"/>
              <a:gd name="connsiteX33" fmla="*/ 756644 w 1188311"/>
              <a:gd name="connsiteY33" fmla="*/ 753944 h 1188311"/>
              <a:gd name="connsiteX34" fmla="*/ 538576 w 1188311"/>
              <a:gd name="connsiteY34" fmla="*/ 972012 h 1188311"/>
              <a:gd name="connsiteX35" fmla="*/ 540337 w 1188311"/>
              <a:gd name="connsiteY35" fmla="*/ 972012 h 1188311"/>
              <a:gd name="connsiteX36" fmla="*/ 532125 w 1188311"/>
              <a:gd name="connsiteY36" fmla="*/ 1012683 h 1188311"/>
              <a:gd name="connsiteX37" fmla="*/ 431660 w 1188311"/>
              <a:gd name="connsiteY37" fmla="*/ 1079276 h 1188311"/>
              <a:gd name="connsiteX38" fmla="*/ 322626 w 1188311"/>
              <a:gd name="connsiteY38" fmla="*/ 970242 h 1188311"/>
              <a:gd name="connsiteX39" fmla="*/ 319114 w 1188311"/>
              <a:gd name="connsiteY39" fmla="*/ 970242 h 1188311"/>
              <a:gd name="connsiteX40" fmla="*/ 303137 w 1188311"/>
              <a:gd name="connsiteY40" fmla="*/ 891104 h 1188311"/>
              <a:gd name="connsiteX41" fmla="*/ 102206 w 1188311"/>
              <a:gd name="connsiteY41" fmla="*/ 757918 h 1188311"/>
              <a:gd name="connsiteX42" fmla="*/ 17324 w 1188311"/>
              <a:gd name="connsiteY42" fmla="*/ 775055 h 1188311"/>
              <a:gd name="connsiteX43" fmla="*/ 0 w 1188311"/>
              <a:gd name="connsiteY43" fmla="*/ 786735 h 1188311"/>
              <a:gd name="connsiteX44" fmla="*/ 0 w 1188311"/>
              <a:gd name="connsiteY44" fmla="*/ 565194 h 1188311"/>
              <a:gd name="connsiteX45" fmla="*/ 1741 w 1188311"/>
              <a:gd name="connsiteY45" fmla="*/ 556573 h 1188311"/>
              <a:gd name="connsiteX46" fmla="*/ 102206 w 1188311"/>
              <a:gd name="connsiteY46" fmla="*/ 489980 h 1188311"/>
              <a:gd name="connsiteX47" fmla="*/ 211240 w 1188311"/>
              <a:gd name="connsiteY47" fmla="*/ 599014 h 1188311"/>
              <a:gd name="connsiteX48" fmla="*/ 214754 w 1188311"/>
              <a:gd name="connsiteY48" fmla="*/ 599014 h 1188311"/>
              <a:gd name="connsiteX49" fmla="*/ 230731 w 1188311"/>
              <a:gd name="connsiteY49" fmla="*/ 678152 h 1188311"/>
              <a:gd name="connsiteX50" fmla="*/ 431662 w 1188311"/>
              <a:gd name="connsiteY50" fmla="*/ 811338 h 1188311"/>
              <a:gd name="connsiteX51" fmla="*/ 649730 w 1188311"/>
              <a:gd name="connsiteY51" fmla="*/ 593270 h 1188311"/>
              <a:gd name="connsiteX52" fmla="*/ 647967 w 1188311"/>
              <a:gd name="connsiteY52" fmla="*/ 593270 h 1188311"/>
              <a:gd name="connsiteX53" fmla="*/ 656179 w 1188311"/>
              <a:gd name="connsiteY53" fmla="*/ 552599 h 1188311"/>
              <a:gd name="connsiteX54" fmla="*/ 756644 w 1188311"/>
              <a:gd name="connsiteY54" fmla="*/ 486006 h 1188311"/>
              <a:gd name="connsiteX55" fmla="*/ 756645 w 1188311"/>
              <a:gd name="connsiteY55" fmla="*/ 109034 h 1188311"/>
              <a:gd name="connsiteX56" fmla="*/ 865679 w 1188311"/>
              <a:gd name="connsiteY56" fmla="*/ 218068 h 1188311"/>
              <a:gd name="connsiteX57" fmla="*/ 869193 w 1188311"/>
              <a:gd name="connsiteY57" fmla="*/ 218068 h 1188311"/>
              <a:gd name="connsiteX58" fmla="*/ 885170 w 1188311"/>
              <a:gd name="connsiteY58" fmla="*/ 297206 h 1188311"/>
              <a:gd name="connsiteX59" fmla="*/ 1086101 w 1188311"/>
              <a:gd name="connsiteY59" fmla="*/ 430392 h 1188311"/>
              <a:gd name="connsiteX60" fmla="*/ 1170983 w 1188311"/>
              <a:gd name="connsiteY60" fmla="*/ 413255 h 1188311"/>
              <a:gd name="connsiteX61" fmla="*/ 1188311 w 1188311"/>
              <a:gd name="connsiteY61" fmla="*/ 401573 h 1188311"/>
              <a:gd name="connsiteX62" fmla="*/ 1188311 w 1188311"/>
              <a:gd name="connsiteY62" fmla="*/ 623087 h 1188311"/>
              <a:gd name="connsiteX63" fmla="*/ 1186565 w 1188311"/>
              <a:gd name="connsiteY63" fmla="*/ 631737 h 1188311"/>
              <a:gd name="connsiteX64" fmla="*/ 1086099 w 1188311"/>
              <a:gd name="connsiteY64" fmla="*/ 698330 h 1188311"/>
              <a:gd name="connsiteX65" fmla="*/ 977065 w 1188311"/>
              <a:gd name="connsiteY65" fmla="*/ 589296 h 1188311"/>
              <a:gd name="connsiteX66" fmla="*/ 973553 w 1188311"/>
              <a:gd name="connsiteY66" fmla="*/ 589296 h 1188311"/>
              <a:gd name="connsiteX67" fmla="*/ 957576 w 1188311"/>
              <a:gd name="connsiteY67" fmla="*/ 510158 h 1188311"/>
              <a:gd name="connsiteX68" fmla="*/ 756645 w 1188311"/>
              <a:gd name="connsiteY68" fmla="*/ 376972 h 1188311"/>
              <a:gd name="connsiteX69" fmla="*/ 538577 w 1188311"/>
              <a:gd name="connsiteY69" fmla="*/ 595040 h 1188311"/>
              <a:gd name="connsiteX70" fmla="*/ 540338 w 1188311"/>
              <a:gd name="connsiteY70" fmla="*/ 595040 h 1188311"/>
              <a:gd name="connsiteX71" fmla="*/ 532126 w 1188311"/>
              <a:gd name="connsiteY71" fmla="*/ 635711 h 1188311"/>
              <a:gd name="connsiteX72" fmla="*/ 431661 w 1188311"/>
              <a:gd name="connsiteY72" fmla="*/ 702304 h 1188311"/>
              <a:gd name="connsiteX73" fmla="*/ 322627 w 1188311"/>
              <a:gd name="connsiteY73" fmla="*/ 593270 h 1188311"/>
              <a:gd name="connsiteX74" fmla="*/ 319115 w 1188311"/>
              <a:gd name="connsiteY74" fmla="*/ 593270 h 1188311"/>
              <a:gd name="connsiteX75" fmla="*/ 303138 w 1188311"/>
              <a:gd name="connsiteY75" fmla="*/ 514132 h 1188311"/>
              <a:gd name="connsiteX76" fmla="*/ 102207 w 1188311"/>
              <a:gd name="connsiteY76" fmla="*/ 380946 h 1188311"/>
              <a:gd name="connsiteX77" fmla="*/ 17325 w 1188311"/>
              <a:gd name="connsiteY77" fmla="*/ 398083 h 1188311"/>
              <a:gd name="connsiteX78" fmla="*/ 0 w 1188311"/>
              <a:gd name="connsiteY78" fmla="*/ 409764 h 1188311"/>
              <a:gd name="connsiteX79" fmla="*/ 0 w 1188311"/>
              <a:gd name="connsiteY79" fmla="*/ 188227 h 1188311"/>
              <a:gd name="connsiteX80" fmla="*/ 1742 w 1188311"/>
              <a:gd name="connsiteY80" fmla="*/ 179601 h 1188311"/>
              <a:gd name="connsiteX81" fmla="*/ 102207 w 1188311"/>
              <a:gd name="connsiteY81" fmla="*/ 113008 h 1188311"/>
              <a:gd name="connsiteX82" fmla="*/ 211241 w 1188311"/>
              <a:gd name="connsiteY82" fmla="*/ 222042 h 1188311"/>
              <a:gd name="connsiteX83" fmla="*/ 214755 w 1188311"/>
              <a:gd name="connsiteY83" fmla="*/ 222042 h 1188311"/>
              <a:gd name="connsiteX84" fmla="*/ 230732 w 1188311"/>
              <a:gd name="connsiteY84" fmla="*/ 301180 h 1188311"/>
              <a:gd name="connsiteX85" fmla="*/ 431663 w 1188311"/>
              <a:gd name="connsiteY85" fmla="*/ 434366 h 1188311"/>
              <a:gd name="connsiteX86" fmla="*/ 649731 w 1188311"/>
              <a:gd name="connsiteY86" fmla="*/ 216298 h 1188311"/>
              <a:gd name="connsiteX87" fmla="*/ 647968 w 1188311"/>
              <a:gd name="connsiteY87" fmla="*/ 216298 h 1188311"/>
              <a:gd name="connsiteX88" fmla="*/ 656180 w 1188311"/>
              <a:gd name="connsiteY88" fmla="*/ 175627 h 1188311"/>
              <a:gd name="connsiteX89" fmla="*/ 756645 w 1188311"/>
              <a:gd name="connsiteY89" fmla="*/ 109034 h 1188311"/>
              <a:gd name="connsiteX90" fmla="*/ 756646 w 1188311"/>
              <a:gd name="connsiteY90" fmla="*/ 0 h 1188311"/>
              <a:gd name="connsiteX91" fmla="*/ 1188311 w 1188311"/>
              <a:gd name="connsiteY91" fmla="*/ 0 h 1188311"/>
              <a:gd name="connsiteX92" fmla="*/ 1188311 w 1188311"/>
              <a:gd name="connsiteY92" fmla="*/ 246120 h 1188311"/>
              <a:gd name="connsiteX93" fmla="*/ 1186566 w 1188311"/>
              <a:gd name="connsiteY93" fmla="*/ 254765 h 1188311"/>
              <a:gd name="connsiteX94" fmla="*/ 1086100 w 1188311"/>
              <a:gd name="connsiteY94" fmla="*/ 321358 h 1188311"/>
              <a:gd name="connsiteX95" fmla="*/ 977066 w 1188311"/>
              <a:gd name="connsiteY95" fmla="*/ 212324 h 1188311"/>
              <a:gd name="connsiteX96" fmla="*/ 973554 w 1188311"/>
              <a:gd name="connsiteY96" fmla="*/ 212324 h 1188311"/>
              <a:gd name="connsiteX97" fmla="*/ 957577 w 1188311"/>
              <a:gd name="connsiteY97" fmla="*/ 133186 h 1188311"/>
              <a:gd name="connsiteX98" fmla="*/ 756646 w 1188311"/>
              <a:gd name="connsiteY98" fmla="*/ 0 h 1188311"/>
              <a:gd name="connsiteX99" fmla="*/ 0 w 1188311"/>
              <a:gd name="connsiteY99" fmla="*/ 0 h 1188311"/>
              <a:gd name="connsiteX100" fmla="*/ 756646 w 1188311"/>
              <a:gd name="connsiteY100" fmla="*/ 0 h 1188311"/>
              <a:gd name="connsiteX101" fmla="*/ 538578 w 1188311"/>
              <a:gd name="connsiteY101" fmla="*/ 218068 h 1188311"/>
              <a:gd name="connsiteX102" fmla="*/ 540339 w 1188311"/>
              <a:gd name="connsiteY102" fmla="*/ 218068 h 1188311"/>
              <a:gd name="connsiteX103" fmla="*/ 532127 w 1188311"/>
              <a:gd name="connsiteY103" fmla="*/ 258739 h 1188311"/>
              <a:gd name="connsiteX104" fmla="*/ 431662 w 1188311"/>
              <a:gd name="connsiteY104" fmla="*/ 325332 h 1188311"/>
              <a:gd name="connsiteX105" fmla="*/ 322628 w 1188311"/>
              <a:gd name="connsiteY105" fmla="*/ 216298 h 1188311"/>
              <a:gd name="connsiteX106" fmla="*/ 319116 w 1188311"/>
              <a:gd name="connsiteY106" fmla="*/ 216298 h 1188311"/>
              <a:gd name="connsiteX107" fmla="*/ 303139 w 1188311"/>
              <a:gd name="connsiteY107" fmla="*/ 137160 h 1188311"/>
              <a:gd name="connsiteX108" fmla="*/ 102208 w 1188311"/>
              <a:gd name="connsiteY108" fmla="*/ 3974 h 1188311"/>
              <a:gd name="connsiteX109" fmla="*/ 17326 w 1188311"/>
              <a:gd name="connsiteY109" fmla="*/ 21111 h 1188311"/>
              <a:gd name="connsiteX110" fmla="*/ 0 w 1188311"/>
              <a:gd name="connsiteY110" fmla="*/ 32792 h 118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88311" h="1188311">
                <a:moveTo>
                  <a:pt x="756643" y="862978"/>
                </a:moveTo>
                <a:cubicBezTo>
                  <a:pt x="816861" y="862978"/>
                  <a:pt x="865677" y="911794"/>
                  <a:pt x="865677" y="972012"/>
                </a:cubicBezTo>
                <a:lnTo>
                  <a:pt x="869191" y="972012"/>
                </a:lnTo>
                <a:lnTo>
                  <a:pt x="885168" y="1051150"/>
                </a:lnTo>
                <a:cubicBezTo>
                  <a:pt x="918272" y="1129418"/>
                  <a:pt x="995772" y="1184336"/>
                  <a:pt x="1086099" y="1184336"/>
                </a:cubicBezTo>
                <a:cubicBezTo>
                  <a:pt x="1116208" y="1184336"/>
                  <a:pt x="1144892" y="1178234"/>
                  <a:pt x="1170981" y="1167199"/>
                </a:cubicBezTo>
                <a:lnTo>
                  <a:pt x="1188311" y="1155515"/>
                </a:lnTo>
                <a:lnTo>
                  <a:pt x="1188311" y="1188311"/>
                </a:lnTo>
                <a:lnTo>
                  <a:pt x="0" y="1188311"/>
                </a:lnTo>
                <a:lnTo>
                  <a:pt x="0" y="942161"/>
                </a:lnTo>
                <a:lnTo>
                  <a:pt x="1740" y="933545"/>
                </a:lnTo>
                <a:cubicBezTo>
                  <a:pt x="18292" y="894411"/>
                  <a:pt x="57042" y="866952"/>
                  <a:pt x="102205" y="866952"/>
                </a:cubicBezTo>
                <a:cubicBezTo>
                  <a:pt x="162423" y="866952"/>
                  <a:pt x="211239" y="915768"/>
                  <a:pt x="211239" y="975986"/>
                </a:cubicBezTo>
                <a:lnTo>
                  <a:pt x="214753" y="975986"/>
                </a:lnTo>
                <a:lnTo>
                  <a:pt x="230730" y="1055124"/>
                </a:lnTo>
                <a:cubicBezTo>
                  <a:pt x="263834" y="1133392"/>
                  <a:pt x="341334" y="1188310"/>
                  <a:pt x="431661" y="1188310"/>
                </a:cubicBezTo>
                <a:cubicBezTo>
                  <a:pt x="552097" y="1188310"/>
                  <a:pt x="649729" y="1090678"/>
                  <a:pt x="649729" y="970242"/>
                </a:cubicBezTo>
                <a:lnTo>
                  <a:pt x="647966" y="970242"/>
                </a:lnTo>
                <a:lnTo>
                  <a:pt x="656178" y="929571"/>
                </a:lnTo>
                <a:cubicBezTo>
                  <a:pt x="672730" y="890437"/>
                  <a:pt x="711480" y="862978"/>
                  <a:pt x="756643" y="862978"/>
                </a:cubicBezTo>
                <a:close/>
                <a:moveTo>
                  <a:pt x="756644" y="486006"/>
                </a:moveTo>
                <a:cubicBezTo>
                  <a:pt x="816862" y="486006"/>
                  <a:pt x="865678" y="534822"/>
                  <a:pt x="865678" y="595040"/>
                </a:cubicBezTo>
                <a:lnTo>
                  <a:pt x="869192" y="595040"/>
                </a:lnTo>
                <a:lnTo>
                  <a:pt x="885169" y="674178"/>
                </a:lnTo>
                <a:cubicBezTo>
                  <a:pt x="918273" y="752446"/>
                  <a:pt x="995773" y="807364"/>
                  <a:pt x="1086100" y="807364"/>
                </a:cubicBezTo>
                <a:cubicBezTo>
                  <a:pt x="1116209" y="807364"/>
                  <a:pt x="1144893" y="801262"/>
                  <a:pt x="1170982" y="790227"/>
                </a:cubicBezTo>
                <a:lnTo>
                  <a:pt x="1188311" y="778544"/>
                </a:lnTo>
                <a:lnTo>
                  <a:pt x="1188311" y="1000054"/>
                </a:lnTo>
                <a:lnTo>
                  <a:pt x="1186564" y="1008709"/>
                </a:lnTo>
                <a:cubicBezTo>
                  <a:pt x="1170012" y="1047843"/>
                  <a:pt x="1131262" y="1075302"/>
                  <a:pt x="1086098" y="1075302"/>
                </a:cubicBezTo>
                <a:cubicBezTo>
                  <a:pt x="1025880" y="1075302"/>
                  <a:pt x="977064" y="1026486"/>
                  <a:pt x="977064" y="966268"/>
                </a:cubicBezTo>
                <a:lnTo>
                  <a:pt x="973552" y="966268"/>
                </a:lnTo>
                <a:lnTo>
                  <a:pt x="957575" y="887130"/>
                </a:lnTo>
                <a:cubicBezTo>
                  <a:pt x="924471" y="808862"/>
                  <a:pt x="846971" y="753944"/>
                  <a:pt x="756644" y="753944"/>
                </a:cubicBezTo>
                <a:cubicBezTo>
                  <a:pt x="636208" y="753944"/>
                  <a:pt x="538576" y="851576"/>
                  <a:pt x="538576" y="972012"/>
                </a:cubicBezTo>
                <a:lnTo>
                  <a:pt x="540337" y="972012"/>
                </a:lnTo>
                <a:lnTo>
                  <a:pt x="532125" y="1012683"/>
                </a:lnTo>
                <a:cubicBezTo>
                  <a:pt x="515573" y="1051817"/>
                  <a:pt x="476823" y="1079276"/>
                  <a:pt x="431660" y="1079276"/>
                </a:cubicBezTo>
                <a:cubicBezTo>
                  <a:pt x="371442" y="1079276"/>
                  <a:pt x="322626" y="1030460"/>
                  <a:pt x="322626" y="970242"/>
                </a:cubicBezTo>
                <a:lnTo>
                  <a:pt x="319114" y="970242"/>
                </a:lnTo>
                <a:lnTo>
                  <a:pt x="303137" y="891104"/>
                </a:lnTo>
                <a:cubicBezTo>
                  <a:pt x="270033" y="812836"/>
                  <a:pt x="192533" y="757918"/>
                  <a:pt x="102206" y="757918"/>
                </a:cubicBezTo>
                <a:cubicBezTo>
                  <a:pt x="72097" y="757918"/>
                  <a:pt x="43413" y="764020"/>
                  <a:pt x="17324" y="775055"/>
                </a:cubicBezTo>
                <a:lnTo>
                  <a:pt x="0" y="786735"/>
                </a:lnTo>
                <a:lnTo>
                  <a:pt x="0" y="565194"/>
                </a:lnTo>
                <a:lnTo>
                  <a:pt x="1741" y="556573"/>
                </a:lnTo>
                <a:cubicBezTo>
                  <a:pt x="18293" y="517439"/>
                  <a:pt x="57043" y="489980"/>
                  <a:pt x="102206" y="489980"/>
                </a:cubicBezTo>
                <a:cubicBezTo>
                  <a:pt x="162424" y="489980"/>
                  <a:pt x="211240" y="538796"/>
                  <a:pt x="211240" y="599014"/>
                </a:cubicBezTo>
                <a:lnTo>
                  <a:pt x="214754" y="599014"/>
                </a:lnTo>
                <a:lnTo>
                  <a:pt x="230731" y="678152"/>
                </a:lnTo>
                <a:cubicBezTo>
                  <a:pt x="263835" y="756420"/>
                  <a:pt x="341335" y="811338"/>
                  <a:pt x="431662" y="811338"/>
                </a:cubicBezTo>
                <a:cubicBezTo>
                  <a:pt x="552098" y="811338"/>
                  <a:pt x="649730" y="713706"/>
                  <a:pt x="649730" y="593270"/>
                </a:cubicBezTo>
                <a:lnTo>
                  <a:pt x="647967" y="593270"/>
                </a:lnTo>
                <a:lnTo>
                  <a:pt x="656179" y="552599"/>
                </a:lnTo>
                <a:cubicBezTo>
                  <a:pt x="672731" y="513465"/>
                  <a:pt x="711481" y="486006"/>
                  <a:pt x="756644" y="486006"/>
                </a:cubicBezTo>
                <a:close/>
                <a:moveTo>
                  <a:pt x="756645" y="109034"/>
                </a:moveTo>
                <a:cubicBezTo>
                  <a:pt x="816863" y="109034"/>
                  <a:pt x="865679" y="157850"/>
                  <a:pt x="865679" y="218068"/>
                </a:cubicBezTo>
                <a:lnTo>
                  <a:pt x="869193" y="218068"/>
                </a:lnTo>
                <a:lnTo>
                  <a:pt x="885170" y="297206"/>
                </a:lnTo>
                <a:cubicBezTo>
                  <a:pt x="918274" y="375474"/>
                  <a:pt x="995774" y="430392"/>
                  <a:pt x="1086101" y="430392"/>
                </a:cubicBezTo>
                <a:cubicBezTo>
                  <a:pt x="1116210" y="430392"/>
                  <a:pt x="1144894" y="424290"/>
                  <a:pt x="1170983" y="413255"/>
                </a:cubicBezTo>
                <a:lnTo>
                  <a:pt x="1188311" y="401573"/>
                </a:lnTo>
                <a:lnTo>
                  <a:pt x="1188311" y="623087"/>
                </a:lnTo>
                <a:lnTo>
                  <a:pt x="1186565" y="631737"/>
                </a:lnTo>
                <a:cubicBezTo>
                  <a:pt x="1170013" y="670871"/>
                  <a:pt x="1131263" y="698330"/>
                  <a:pt x="1086099" y="698330"/>
                </a:cubicBezTo>
                <a:cubicBezTo>
                  <a:pt x="1025881" y="698330"/>
                  <a:pt x="977065" y="649514"/>
                  <a:pt x="977065" y="589296"/>
                </a:cubicBezTo>
                <a:lnTo>
                  <a:pt x="973553" y="589296"/>
                </a:lnTo>
                <a:lnTo>
                  <a:pt x="957576" y="510158"/>
                </a:lnTo>
                <a:cubicBezTo>
                  <a:pt x="924472" y="431890"/>
                  <a:pt x="846972" y="376972"/>
                  <a:pt x="756645" y="376972"/>
                </a:cubicBezTo>
                <a:cubicBezTo>
                  <a:pt x="636209" y="376972"/>
                  <a:pt x="538577" y="474604"/>
                  <a:pt x="538577" y="595040"/>
                </a:cubicBezTo>
                <a:lnTo>
                  <a:pt x="540338" y="595040"/>
                </a:lnTo>
                <a:lnTo>
                  <a:pt x="532126" y="635711"/>
                </a:lnTo>
                <a:cubicBezTo>
                  <a:pt x="515574" y="674845"/>
                  <a:pt x="476824" y="702304"/>
                  <a:pt x="431661" y="702304"/>
                </a:cubicBezTo>
                <a:cubicBezTo>
                  <a:pt x="371443" y="702304"/>
                  <a:pt x="322627" y="653488"/>
                  <a:pt x="322627" y="593270"/>
                </a:cubicBezTo>
                <a:lnTo>
                  <a:pt x="319115" y="593270"/>
                </a:lnTo>
                <a:lnTo>
                  <a:pt x="303138" y="514132"/>
                </a:lnTo>
                <a:cubicBezTo>
                  <a:pt x="270034" y="435864"/>
                  <a:pt x="192534" y="380946"/>
                  <a:pt x="102207" y="380946"/>
                </a:cubicBezTo>
                <a:cubicBezTo>
                  <a:pt x="72098" y="380946"/>
                  <a:pt x="43414" y="387048"/>
                  <a:pt x="17325" y="398083"/>
                </a:cubicBezTo>
                <a:lnTo>
                  <a:pt x="0" y="409764"/>
                </a:lnTo>
                <a:lnTo>
                  <a:pt x="0" y="188227"/>
                </a:lnTo>
                <a:lnTo>
                  <a:pt x="1742" y="179601"/>
                </a:lnTo>
                <a:cubicBezTo>
                  <a:pt x="18294" y="140467"/>
                  <a:pt x="57044" y="113008"/>
                  <a:pt x="102207" y="113008"/>
                </a:cubicBezTo>
                <a:cubicBezTo>
                  <a:pt x="162425" y="113008"/>
                  <a:pt x="211241" y="161824"/>
                  <a:pt x="211241" y="222042"/>
                </a:cubicBezTo>
                <a:lnTo>
                  <a:pt x="214755" y="222042"/>
                </a:lnTo>
                <a:lnTo>
                  <a:pt x="230732" y="301180"/>
                </a:lnTo>
                <a:cubicBezTo>
                  <a:pt x="263836" y="379448"/>
                  <a:pt x="341336" y="434366"/>
                  <a:pt x="431663" y="434366"/>
                </a:cubicBezTo>
                <a:cubicBezTo>
                  <a:pt x="552099" y="434366"/>
                  <a:pt x="649731" y="336734"/>
                  <a:pt x="649731" y="216298"/>
                </a:cubicBezTo>
                <a:lnTo>
                  <a:pt x="647968" y="216298"/>
                </a:lnTo>
                <a:lnTo>
                  <a:pt x="656180" y="175627"/>
                </a:lnTo>
                <a:cubicBezTo>
                  <a:pt x="672732" y="136493"/>
                  <a:pt x="711482" y="109034"/>
                  <a:pt x="756645" y="109034"/>
                </a:cubicBezTo>
                <a:close/>
                <a:moveTo>
                  <a:pt x="756646" y="0"/>
                </a:moveTo>
                <a:lnTo>
                  <a:pt x="1188311" y="0"/>
                </a:lnTo>
                <a:lnTo>
                  <a:pt x="1188311" y="246120"/>
                </a:lnTo>
                <a:lnTo>
                  <a:pt x="1186566" y="254765"/>
                </a:lnTo>
                <a:cubicBezTo>
                  <a:pt x="1170014" y="293899"/>
                  <a:pt x="1131264" y="321358"/>
                  <a:pt x="1086100" y="321358"/>
                </a:cubicBezTo>
                <a:cubicBezTo>
                  <a:pt x="1025882" y="321358"/>
                  <a:pt x="977066" y="272542"/>
                  <a:pt x="977066" y="212324"/>
                </a:cubicBezTo>
                <a:lnTo>
                  <a:pt x="973554" y="212324"/>
                </a:lnTo>
                <a:lnTo>
                  <a:pt x="957577" y="133186"/>
                </a:lnTo>
                <a:cubicBezTo>
                  <a:pt x="924473" y="54918"/>
                  <a:pt x="846973" y="0"/>
                  <a:pt x="756646" y="0"/>
                </a:cubicBezTo>
                <a:close/>
                <a:moveTo>
                  <a:pt x="0" y="0"/>
                </a:moveTo>
                <a:lnTo>
                  <a:pt x="756646" y="0"/>
                </a:lnTo>
                <a:cubicBezTo>
                  <a:pt x="636210" y="0"/>
                  <a:pt x="538578" y="97632"/>
                  <a:pt x="538578" y="218068"/>
                </a:cubicBezTo>
                <a:lnTo>
                  <a:pt x="540339" y="218068"/>
                </a:lnTo>
                <a:lnTo>
                  <a:pt x="532127" y="258739"/>
                </a:lnTo>
                <a:cubicBezTo>
                  <a:pt x="515575" y="297873"/>
                  <a:pt x="476825" y="325332"/>
                  <a:pt x="431662" y="325332"/>
                </a:cubicBezTo>
                <a:cubicBezTo>
                  <a:pt x="371444" y="325332"/>
                  <a:pt x="322628" y="276516"/>
                  <a:pt x="322628" y="216298"/>
                </a:cubicBezTo>
                <a:lnTo>
                  <a:pt x="319116" y="216298"/>
                </a:lnTo>
                <a:lnTo>
                  <a:pt x="303139" y="137160"/>
                </a:lnTo>
                <a:cubicBezTo>
                  <a:pt x="270035" y="58892"/>
                  <a:pt x="192535" y="3974"/>
                  <a:pt x="102208" y="3974"/>
                </a:cubicBezTo>
                <a:cubicBezTo>
                  <a:pt x="72099" y="3974"/>
                  <a:pt x="43415" y="10076"/>
                  <a:pt x="17326" y="21111"/>
                </a:cubicBezTo>
                <a:lnTo>
                  <a:pt x="0" y="32792"/>
                </a:lnTo>
                <a:close/>
              </a:path>
            </a:pathLst>
          </a:cu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5118959" y="1825241"/>
            <a:ext cx="1188311" cy="1188311"/>
          </a:xfrm>
          <a:custGeom>
            <a:avLst/>
            <a:gdLst>
              <a:gd name="connsiteX0" fmla="*/ 756643 w 1188311"/>
              <a:gd name="connsiteY0" fmla="*/ 862978 h 1188311"/>
              <a:gd name="connsiteX1" fmla="*/ 865677 w 1188311"/>
              <a:gd name="connsiteY1" fmla="*/ 972012 h 1188311"/>
              <a:gd name="connsiteX2" fmla="*/ 869191 w 1188311"/>
              <a:gd name="connsiteY2" fmla="*/ 972012 h 1188311"/>
              <a:gd name="connsiteX3" fmla="*/ 885168 w 1188311"/>
              <a:gd name="connsiteY3" fmla="*/ 1051150 h 1188311"/>
              <a:gd name="connsiteX4" fmla="*/ 1086099 w 1188311"/>
              <a:gd name="connsiteY4" fmla="*/ 1184336 h 1188311"/>
              <a:gd name="connsiteX5" fmla="*/ 1170981 w 1188311"/>
              <a:gd name="connsiteY5" fmla="*/ 1167199 h 1188311"/>
              <a:gd name="connsiteX6" fmla="*/ 1188311 w 1188311"/>
              <a:gd name="connsiteY6" fmla="*/ 1155515 h 1188311"/>
              <a:gd name="connsiteX7" fmla="*/ 1188311 w 1188311"/>
              <a:gd name="connsiteY7" fmla="*/ 1188311 h 1188311"/>
              <a:gd name="connsiteX8" fmla="*/ 0 w 1188311"/>
              <a:gd name="connsiteY8" fmla="*/ 1188311 h 1188311"/>
              <a:gd name="connsiteX9" fmla="*/ 0 w 1188311"/>
              <a:gd name="connsiteY9" fmla="*/ 942161 h 1188311"/>
              <a:gd name="connsiteX10" fmla="*/ 1740 w 1188311"/>
              <a:gd name="connsiteY10" fmla="*/ 933545 h 1188311"/>
              <a:gd name="connsiteX11" fmla="*/ 102205 w 1188311"/>
              <a:gd name="connsiteY11" fmla="*/ 866952 h 1188311"/>
              <a:gd name="connsiteX12" fmla="*/ 211239 w 1188311"/>
              <a:gd name="connsiteY12" fmla="*/ 975986 h 1188311"/>
              <a:gd name="connsiteX13" fmla="*/ 214753 w 1188311"/>
              <a:gd name="connsiteY13" fmla="*/ 975986 h 1188311"/>
              <a:gd name="connsiteX14" fmla="*/ 230730 w 1188311"/>
              <a:gd name="connsiteY14" fmla="*/ 1055124 h 1188311"/>
              <a:gd name="connsiteX15" fmla="*/ 431661 w 1188311"/>
              <a:gd name="connsiteY15" fmla="*/ 1188310 h 1188311"/>
              <a:gd name="connsiteX16" fmla="*/ 649729 w 1188311"/>
              <a:gd name="connsiteY16" fmla="*/ 970242 h 1188311"/>
              <a:gd name="connsiteX17" fmla="*/ 647966 w 1188311"/>
              <a:gd name="connsiteY17" fmla="*/ 970242 h 1188311"/>
              <a:gd name="connsiteX18" fmla="*/ 656178 w 1188311"/>
              <a:gd name="connsiteY18" fmla="*/ 929571 h 1188311"/>
              <a:gd name="connsiteX19" fmla="*/ 756643 w 1188311"/>
              <a:gd name="connsiteY19" fmla="*/ 862978 h 1188311"/>
              <a:gd name="connsiteX20" fmla="*/ 756644 w 1188311"/>
              <a:gd name="connsiteY20" fmla="*/ 486006 h 1188311"/>
              <a:gd name="connsiteX21" fmla="*/ 865678 w 1188311"/>
              <a:gd name="connsiteY21" fmla="*/ 595040 h 1188311"/>
              <a:gd name="connsiteX22" fmla="*/ 869192 w 1188311"/>
              <a:gd name="connsiteY22" fmla="*/ 595040 h 1188311"/>
              <a:gd name="connsiteX23" fmla="*/ 885169 w 1188311"/>
              <a:gd name="connsiteY23" fmla="*/ 674178 h 1188311"/>
              <a:gd name="connsiteX24" fmla="*/ 1086100 w 1188311"/>
              <a:gd name="connsiteY24" fmla="*/ 807364 h 1188311"/>
              <a:gd name="connsiteX25" fmla="*/ 1170982 w 1188311"/>
              <a:gd name="connsiteY25" fmla="*/ 790227 h 1188311"/>
              <a:gd name="connsiteX26" fmla="*/ 1188311 w 1188311"/>
              <a:gd name="connsiteY26" fmla="*/ 778544 h 1188311"/>
              <a:gd name="connsiteX27" fmla="*/ 1188311 w 1188311"/>
              <a:gd name="connsiteY27" fmla="*/ 1000054 h 1188311"/>
              <a:gd name="connsiteX28" fmla="*/ 1186564 w 1188311"/>
              <a:gd name="connsiteY28" fmla="*/ 1008709 h 1188311"/>
              <a:gd name="connsiteX29" fmla="*/ 1086098 w 1188311"/>
              <a:gd name="connsiteY29" fmla="*/ 1075302 h 1188311"/>
              <a:gd name="connsiteX30" fmla="*/ 977064 w 1188311"/>
              <a:gd name="connsiteY30" fmla="*/ 966268 h 1188311"/>
              <a:gd name="connsiteX31" fmla="*/ 973552 w 1188311"/>
              <a:gd name="connsiteY31" fmla="*/ 966268 h 1188311"/>
              <a:gd name="connsiteX32" fmla="*/ 957575 w 1188311"/>
              <a:gd name="connsiteY32" fmla="*/ 887130 h 1188311"/>
              <a:gd name="connsiteX33" fmla="*/ 756644 w 1188311"/>
              <a:gd name="connsiteY33" fmla="*/ 753944 h 1188311"/>
              <a:gd name="connsiteX34" fmla="*/ 538576 w 1188311"/>
              <a:gd name="connsiteY34" fmla="*/ 972012 h 1188311"/>
              <a:gd name="connsiteX35" fmla="*/ 540337 w 1188311"/>
              <a:gd name="connsiteY35" fmla="*/ 972012 h 1188311"/>
              <a:gd name="connsiteX36" fmla="*/ 532125 w 1188311"/>
              <a:gd name="connsiteY36" fmla="*/ 1012683 h 1188311"/>
              <a:gd name="connsiteX37" fmla="*/ 431660 w 1188311"/>
              <a:gd name="connsiteY37" fmla="*/ 1079276 h 1188311"/>
              <a:gd name="connsiteX38" fmla="*/ 322626 w 1188311"/>
              <a:gd name="connsiteY38" fmla="*/ 970242 h 1188311"/>
              <a:gd name="connsiteX39" fmla="*/ 319114 w 1188311"/>
              <a:gd name="connsiteY39" fmla="*/ 970242 h 1188311"/>
              <a:gd name="connsiteX40" fmla="*/ 303137 w 1188311"/>
              <a:gd name="connsiteY40" fmla="*/ 891104 h 1188311"/>
              <a:gd name="connsiteX41" fmla="*/ 102206 w 1188311"/>
              <a:gd name="connsiteY41" fmla="*/ 757918 h 1188311"/>
              <a:gd name="connsiteX42" fmla="*/ 17324 w 1188311"/>
              <a:gd name="connsiteY42" fmla="*/ 775055 h 1188311"/>
              <a:gd name="connsiteX43" fmla="*/ 0 w 1188311"/>
              <a:gd name="connsiteY43" fmla="*/ 786735 h 1188311"/>
              <a:gd name="connsiteX44" fmla="*/ 0 w 1188311"/>
              <a:gd name="connsiteY44" fmla="*/ 565194 h 1188311"/>
              <a:gd name="connsiteX45" fmla="*/ 1741 w 1188311"/>
              <a:gd name="connsiteY45" fmla="*/ 556573 h 1188311"/>
              <a:gd name="connsiteX46" fmla="*/ 102206 w 1188311"/>
              <a:gd name="connsiteY46" fmla="*/ 489980 h 1188311"/>
              <a:gd name="connsiteX47" fmla="*/ 211240 w 1188311"/>
              <a:gd name="connsiteY47" fmla="*/ 599014 h 1188311"/>
              <a:gd name="connsiteX48" fmla="*/ 214754 w 1188311"/>
              <a:gd name="connsiteY48" fmla="*/ 599014 h 1188311"/>
              <a:gd name="connsiteX49" fmla="*/ 230731 w 1188311"/>
              <a:gd name="connsiteY49" fmla="*/ 678152 h 1188311"/>
              <a:gd name="connsiteX50" fmla="*/ 431662 w 1188311"/>
              <a:gd name="connsiteY50" fmla="*/ 811338 h 1188311"/>
              <a:gd name="connsiteX51" fmla="*/ 649730 w 1188311"/>
              <a:gd name="connsiteY51" fmla="*/ 593270 h 1188311"/>
              <a:gd name="connsiteX52" fmla="*/ 647967 w 1188311"/>
              <a:gd name="connsiteY52" fmla="*/ 593270 h 1188311"/>
              <a:gd name="connsiteX53" fmla="*/ 656179 w 1188311"/>
              <a:gd name="connsiteY53" fmla="*/ 552599 h 1188311"/>
              <a:gd name="connsiteX54" fmla="*/ 756644 w 1188311"/>
              <a:gd name="connsiteY54" fmla="*/ 486006 h 1188311"/>
              <a:gd name="connsiteX55" fmla="*/ 756645 w 1188311"/>
              <a:gd name="connsiteY55" fmla="*/ 109034 h 1188311"/>
              <a:gd name="connsiteX56" fmla="*/ 865679 w 1188311"/>
              <a:gd name="connsiteY56" fmla="*/ 218068 h 1188311"/>
              <a:gd name="connsiteX57" fmla="*/ 869193 w 1188311"/>
              <a:gd name="connsiteY57" fmla="*/ 218068 h 1188311"/>
              <a:gd name="connsiteX58" fmla="*/ 885170 w 1188311"/>
              <a:gd name="connsiteY58" fmla="*/ 297206 h 1188311"/>
              <a:gd name="connsiteX59" fmla="*/ 1086101 w 1188311"/>
              <a:gd name="connsiteY59" fmla="*/ 430392 h 1188311"/>
              <a:gd name="connsiteX60" fmla="*/ 1170983 w 1188311"/>
              <a:gd name="connsiteY60" fmla="*/ 413255 h 1188311"/>
              <a:gd name="connsiteX61" fmla="*/ 1188311 w 1188311"/>
              <a:gd name="connsiteY61" fmla="*/ 401573 h 1188311"/>
              <a:gd name="connsiteX62" fmla="*/ 1188311 w 1188311"/>
              <a:gd name="connsiteY62" fmla="*/ 623087 h 1188311"/>
              <a:gd name="connsiteX63" fmla="*/ 1186565 w 1188311"/>
              <a:gd name="connsiteY63" fmla="*/ 631737 h 1188311"/>
              <a:gd name="connsiteX64" fmla="*/ 1086099 w 1188311"/>
              <a:gd name="connsiteY64" fmla="*/ 698330 h 1188311"/>
              <a:gd name="connsiteX65" fmla="*/ 977065 w 1188311"/>
              <a:gd name="connsiteY65" fmla="*/ 589296 h 1188311"/>
              <a:gd name="connsiteX66" fmla="*/ 973553 w 1188311"/>
              <a:gd name="connsiteY66" fmla="*/ 589296 h 1188311"/>
              <a:gd name="connsiteX67" fmla="*/ 957576 w 1188311"/>
              <a:gd name="connsiteY67" fmla="*/ 510158 h 1188311"/>
              <a:gd name="connsiteX68" fmla="*/ 756645 w 1188311"/>
              <a:gd name="connsiteY68" fmla="*/ 376972 h 1188311"/>
              <a:gd name="connsiteX69" fmla="*/ 538577 w 1188311"/>
              <a:gd name="connsiteY69" fmla="*/ 595040 h 1188311"/>
              <a:gd name="connsiteX70" fmla="*/ 540338 w 1188311"/>
              <a:gd name="connsiteY70" fmla="*/ 595040 h 1188311"/>
              <a:gd name="connsiteX71" fmla="*/ 532126 w 1188311"/>
              <a:gd name="connsiteY71" fmla="*/ 635711 h 1188311"/>
              <a:gd name="connsiteX72" fmla="*/ 431661 w 1188311"/>
              <a:gd name="connsiteY72" fmla="*/ 702304 h 1188311"/>
              <a:gd name="connsiteX73" fmla="*/ 322627 w 1188311"/>
              <a:gd name="connsiteY73" fmla="*/ 593270 h 1188311"/>
              <a:gd name="connsiteX74" fmla="*/ 319115 w 1188311"/>
              <a:gd name="connsiteY74" fmla="*/ 593270 h 1188311"/>
              <a:gd name="connsiteX75" fmla="*/ 303138 w 1188311"/>
              <a:gd name="connsiteY75" fmla="*/ 514132 h 1188311"/>
              <a:gd name="connsiteX76" fmla="*/ 102207 w 1188311"/>
              <a:gd name="connsiteY76" fmla="*/ 380946 h 1188311"/>
              <a:gd name="connsiteX77" fmla="*/ 17325 w 1188311"/>
              <a:gd name="connsiteY77" fmla="*/ 398083 h 1188311"/>
              <a:gd name="connsiteX78" fmla="*/ 0 w 1188311"/>
              <a:gd name="connsiteY78" fmla="*/ 409764 h 1188311"/>
              <a:gd name="connsiteX79" fmla="*/ 0 w 1188311"/>
              <a:gd name="connsiteY79" fmla="*/ 188227 h 1188311"/>
              <a:gd name="connsiteX80" fmla="*/ 1742 w 1188311"/>
              <a:gd name="connsiteY80" fmla="*/ 179601 h 1188311"/>
              <a:gd name="connsiteX81" fmla="*/ 102207 w 1188311"/>
              <a:gd name="connsiteY81" fmla="*/ 113008 h 1188311"/>
              <a:gd name="connsiteX82" fmla="*/ 211241 w 1188311"/>
              <a:gd name="connsiteY82" fmla="*/ 222042 h 1188311"/>
              <a:gd name="connsiteX83" fmla="*/ 214755 w 1188311"/>
              <a:gd name="connsiteY83" fmla="*/ 222042 h 1188311"/>
              <a:gd name="connsiteX84" fmla="*/ 230732 w 1188311"/>
              <a:gd name="connsiteY84" fmla="*/ 301180 h 1188311"/>
              <a:gd name="connsiteX85" fmla="*/ 431663 w 1188311"/>
              <a:gd name="connsiteY85" fmla="*/ 434366 h 1188311"/>
              <a:gd name="connsiteX86" fmla="*/ 649731 w 1188311"/>
              <a:gd name="connsiteY86" fmla="*/ 216298 h 1188311"/>
              <a:gd name="connsiteX87" fmla="*/ 647968 w 1188311"/>
              <a:gd name="connsiteY87" fmla="*/ 216298 h 1188311"/>
              <a:gd name="connsiteX88" fmla="*/ 656180 w 1188311"/>
              <a:gd name="connsiteY88" fmla="*/ 175627 h 1188311"/>
              <a:gd name="connsiteX89" fmla="*/ 756645 w 1188311"/>
              <a:gd name="connsiteY89" fmla="*/ 109034 h 1188311"/>
              <a:gd name="connsiteX90" fmla="*/ 756646 w 1188311"/>
              <a:gd name="connsiteY90" fmla="*/ 0 h 1188311"/>
              <a:gd name="connsiteX91" fmla="*/ 1188311 w 1188311"/>
              <a:gd name="connsiteY91" fmla="*/ 0 h 1188311"/>
              <a:gd name="connsiteX92" fmla="*/ 1188311 w 1188311"/>
              <a:gd name="connsiteY92" fmla="*/ 246120 h 1188311"/>
              <a:gd name="connsiteX93" fmla="*/ 1186566 w 1188311"/>
              <a:gd name="connsiteY93" fmla="*/ 254765 h 1188311"/>
              <a:gd name="connsiteX94" fmla="*/ 1086100 w 1188311"/>
              <a:gd name="connsiteY94" fmla="*/ 321358 h 1188311"/>
              <a:gd name="connsiteX95" fmla="*/ 977066 w 1188311"/>
              <a:gd name="connsiteY95" fmla="*/ 212324 h 1188311"/>
              <a:gd name="connsiteX96" fmla="*/ 973554 w 1188311"/>
              <a:gd name="connsiteY96" fmla="*/ 212324 h 1188311"/>
              <a:gd name="connsiteX97" fmla="*/ 957577 w 1188311"/>
              <a:gd name="connsiteY97" fmla="*/ 133186 h 1188311"/>
              <a:gd name="connsiteX98" fmla="*/ 756646 w 1188311"/>
              <a:gd name="connsiteY98" fmla="*/ 0 h 1188311"/>
              <a:gd name="connsiteX99" fmla="*/ 0 w 1188311"/>
              <a:gd name="connsiteY99" fmla="*/ 0 h 1188311"/>
              <a:gd name="connsiteX100" fmla="*/ 756646 w 1188311"/>
              <a:gd name="connsiteY100" fmla="*/ 0 h 1188311"/>
              <a:gd name="connsiteX101" fmla="*/ 538578 w 1188311"/>
              <a:gd name="connsiteY101" fmla="*/ 218068 h 1188311"/>
              <a:gd name="connsiteX102" fmla="*/ 540339 w 1188311"/>
              <a:gd name="connsiteY102" fmla="*/ 218068 h 1188311"/>
              <a:gd name="connsiteX103" fmla="*/ 532127 w 1188311"/>
              <a:gd name="connsiteY103" fmla="*/ 258739 h 1188311"/>
              <a:gd name="connsiteX104" fmla="*/ 431662 w 1188311"/>
              <a:gd name="connsiteY104" fmla="*/ 325332 h 1188311"/>
              <a:gd name="connsiteX105" fmla="*/ 322628 w 1188311"/>
              <a:gd name="connsiteY105" fmla="*/ 216298 h 1188311"/>
              <a:gd name="connsiteX106" fmla="*/ 319116 w 1188311"/>
              <a:gd name="connsiteY106" fmla="*/ 216298 h 1188311"/>
              <a:gd name="connsiteX107" fmla="*/ 303139 w 1188311"/>
              <a:gd name="connsiteY107" fmla="*/ 137160 h 1188311"/>
              <a:gd name="connsiteX108" fmla="*/ 102208 w 1188311"/>
              <a:gd name="connsiteY108" fmla="*/ 3974 h 1188311"/>
              <a:gd name="connsiteX109" fmla="*/ 17326 w 1188311"/>
              <a:gd name="connsiteY109" fmla="*/ 21111 h 1188311"/>
              <a:gd name="connsiteX110" fmla="*/ 0 w 1188311"/>
              <a:gd name="connsiteY110" fmla="*/ 32792 h 118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88311" h="1188311">
                <a:moveTo>
                  <a:pt x="756643" y="862978"/>
                </a:moveTo>
                <a:cubicBezTo>
                  <a:pt x="816861" y="862978"/>
                  <a:pt x="865677" y="911794"/>
                  <a:pt x="865677" y="972012"/>
                </a:cubicBezTo>
                <a:lnTo>
                  <a:pt x="869191" y="972012"/>
                </a:lnTo>
                <a:lnTo>
                  <a:pt x="885168" y="1051150"/>
                </a:lnTo>
                <a:cubicBezTo>
                  <a:pt x="918272" y="1129418"/>
                  <a:pt x="995772" y="1184336"/>
                  <a:pt x="1086099" y="1184336"/>
                </a:cubicBezTo>
                <a:cubicBezTo>
                  <a:pt x="1116208" y="1184336"/>
                  <a:pt x="1144892" y="1178234"/>
                  <a:pt x="1170981" y="1167199"/>
                </a:cubicBezTo>
                <a:lnTo>
                  <a:pt x="1188311" y="1155515"/>
                </a:lnTo>
                <a:lnTo>
                  <a:pt x="1188311" y="1188311"/>
                </a:lnTo>
                <a:lnTo>
                  <a:pt x="0" y="1188311"/>
                </a:lnTo>
                <a:lnTo>
                  <a:pt x="0" y="942161"/>
                </a:lnTo>
                <a:lnTo>
                  <a:pt x="1740" y="933545"/>
                </a:lnTo>
                <a:cubicBezTo>
                  <a:pt x="18292" y="894411"/>
                  <a:pt x="57042" y="866952"/>
                  <a:pt x="102205" y="866952"/>
                </a:cubicBezTo>
                <a:cubicBezTo>
                  <a:pt x="162423" y="866952"/>
                  <a:pt x="211239" y="915768"/>
                  <a:pt x="211239" y="975986"/>
                </a:cubicBezTo>
                <a:lnTo>
                  <a:pt x="214753" y="975986"/>
                </a:lnTo>
                <a:lnTo>
                  <a:pt x="230730" y="1055124"/>
                </a:lnTo>
                <a:cubicBezTo>
                  <a:pt x="263834" y="1133392"/>
                  <a:pt x="341334" y="1188310"/>
                  <a:pt x="431661" y="1188310"/>
                </a:cubicBezTo>
                <a:cubicBezTo>
                  <a:pt x="552097" y="1188310"/>
                  <a:pt x="649729" y="1090678"/>
                  <a:pt x="649729" y="970242"/>
                </a:cubicBezTo>
                <a:lnTo>
                  <a:pt x="647966" y="970242"/>
                </a:lnTo>
                <a:lnTo>
                  <a:pt x="656178" y="929571"/>
                </a:lnTo>
                <a:cubicBezTo>
                  <a:pt x="672730" y="890437"/>
                  <a:pt x="711480" y="862978"/>
                  <a:pt x="756643" y="862978"/>
                </a:cubicBezTo>
                <a:close/>
                <a:moveTo>
                  <a:pt x="756644" y="486006"/>
                </a:moveTo>
                <a:cubicBezTo>
                  <a:pt x="816862" y="486006"/>
                  <a:pt x="865678" y="534822"/>
                  <a:pt x="865678" y="595040"/>
                </a:cubicBezTo>
                <a:lnTo>
                  <a:pt x="869192" y="595040"/>
                </a:lnTo>
                <a:lnTo>
                  <a:pt x="885169" y="674178"/>
                </a:lnTo>
                <a:cubicBezTo>
                  <a:pt x="918273" y="752446"/>
                  <a:pt x="995773" y="807364"/>
                  <a:pt x="1086100" y="807364"/>
                </a:cubicBezTo>
                <a:cubicBezTo>
                  <a:pt x="1116209" y="807364"/>
                  <a:pt x="1144893" y="801262"/>
                  <a:pt x="1170982" y="790227"/>
                </a:cubicBezTo>
                <a:lnTo>
                  <a:pt x="1188311" y="778544"/>
                </a:lnTo>
                <a:lnTo>
                  <a:pt x="1188311" y="1000054"/>
                </a:lnTo>
                <a:lnTo>
                  <a:pt x="1186564" y="1008709"/>
                </a:lnTo>
                <a:cubicBezTo>
                  <a:pt x="1170012" y="1047843"/>
                  <a:pt x="1131262" y="1075302"/>
                  <a:pt x="1086098" y="1075302"/>
                </a:cubicBezTo>
                <a:cubicBezTo>
                  <a:pt x="1025880" y="1075302"/>
                  <a:pt x="977064" y="1026486"/>
                  <a:pt x="977064" y="966268"/>
                </a:cubicBezTo>
                <a:lnTo>
                  <a:pt x="973552" y="966268"/>
                </a:lnTo>
                <a:lnTo>
                  <a:pt x="957575" y="887130"/>
                </a:lnTo>
                <a:cubicBezTo>
                  <a:pt x="924471" y="808862"/>
                  <a:pt x="846971" y="753944"/>
                  <a:pt x="756644" y="753944"/>
                </a:cubicBezTo>
                <a:cubicBezTo>
                  <a:pt x="636208" y="753944"/>
                  <a:pt x="538576" y="851576"/>
                  <a:pt x="538576" y="972012"/>
                </a:cubicBezTo>
                <a:lnTo>
                  <a:pt x="540337" y="972012"/>
                </a:lnTo>
                <a:lnTo>
                  <a:pt x="532125" y="1012683"/>
                </a:lnTo>
                <a:cubicBezTo>
                  <a:pt x="515573" y="1051817"/>
                  <a:pt x="476823" y="1079276"/>
                  <a:pt x="431660" y="1079276"/>
                </a:cubicBezTo>
                <a:cubicBezTo>
                  <a:pt x="371442" y="1079276"/>
                  <a:pt x="322626" y="1030460"/>
                  <a:pt x="322626" y="970242"/>
                </a:cubicBezTo>
                <a:lnTo>
                  <a:pt x="319114" y="970242"/>
                </a:lnTo>
                <a:lnTo>
                  <a:pt x="303137" y="891104"/>
                </a:lnTo>
                <a:cubicBezTo>
                  <a:pt x="270033" y="812836"/>
                  <a:pt x="192533" y="757918"/>
                  <a:pt x="102206" y="757918"/>
                </a:cubicBezTo>
                <a:cubicBezTo>
                  <a:pt x="72097" y="757918"/>
                  <a:pt x="43413" y="764020"/>
                  <a:pt x="17324" y="775055"/>
                </a:cubicBezTo>
                <a:lnTo>
                  <a:pt x="0" y="786735"/>
                </a:lnTo>
                <a:lnTo>
                  <a:pt x="0" y="565194"/>
                </a:lnTo>
                <a:lnTo>
                  <a:pt x="1741" y="556573"/>
                </a:lnTo>
                <a:cubicBezTo>
                  <a:pt x="18293" y="517439"/>
                  <a:pt x="57043" y="489980"/>
                  <a:pt x="102206" y="489980"/>
                </a:cubicBezTo>
                <a:cubicBezTo>
                  <a:pt x="162424" y="489980"/>
                  <a:pt x="211240" y="538796"/>
                  <a:pt x="211240" y="599014"/>
                </a:cubicBezTo>
                <a:lnTo>
                  <a:pt x="214754" y="599014"/>
                </a:lnTo>
                <a:lnTo>
                  <a:pt x="230731" y="678152"/>
                </a:lnTo>
                <a:cubicBezTo>
                  <a:pt x="263835" y="756420"/>
                  <a:pt x="341335" y="811338"/>
                  <a:pt x="431662" y="811338"/>
                </a:cubicBezTo>
                <a:cubicBezTo>
                  <a:pt x="552098" y="811338"/>
                  <a:pt x="649730" y="713706"/>
                  <a:pt x="649730" y="593270"/>
                </a:cubicBezTo>
                <a:lnTo>
                  <a:pt x="647967" y="593270"/>
                </a:lnTo>
                <a:lnTo>
                  <a:pt x="656179" y="552599"/>
                </a:lnTo>
                <a:cubicBezTo>
                  <a:pt x="672731" y="513465"/>
                  <a:pt x="711481" y="486006"/>
                  <a:pt x="756644" y="486006"/>
                </a:cubicBezTo>
                <a:close/>
                <a:moveTo>
                  <a:pt x="756645" y="109034"/>
                </a:moveTo>
                <a:cubicBezTo>
                  <a:pt x="816863" y="109034"/>
                  <a:pt x="865679" y="157850"/>
                  <a:pt x="865679" y="218068"/>
                </a:cubicBezTo>
                <a:lnTo>
                  <a:pt x="869193" y="218068"/>
                </a:lnTo>
                <a:lnTo>
                  <a:pt x="885170" y="297206"/>
                </a:lnTo>
                <a:cubicBezTo>
                  <a:pt x="918274" y="375474"/>
                  <a:pt x="995774" y="430392"/>
                  <a:pt x="1086101" y="430392"/>
                </a:cubicBezTo>
                <a:cubicBezTo>
                  <a:pt x="1116210" y="430392"/>
                  <a:pt x="1144894" y="424290"/>
                  <a:pt x="1170983" y="413255"/>
                </a:cubicBezTo>
                <a:lnTo>
                  <a:pt x="1188311" y="401573"/>
                </a:lnTo>
                <a:lnTo>
                  <a:pt x="1188311" y="623087"/>
                </a:lnTo>
                <a:lnTo>
                  <a:pt x="1186565" y="631737"/>
                </a:lnTo>
                <a:cubicBezTo>
                  <a:pt x="1170013" y="670871"/>
                  <a:pt x="1131263" y="698330"/>
                  <a:pt x="1086099" y="698330"/>
                </a:cubicBezTo>
                <a:cubicBezTo>
                  <a:pt x="1025881" y="698330"/>
                  <a:pt x="977065" y="649514"/>
                  <a:pt x="977065" y="589296"/>
                </a:cubicBezTo>
                <a:lnTo>
                  <a:pt x="973553" y="589296"/>
                </a:lnTo>
                <a:lnTo>
                  <a:pt x="957576" y="510158"/>
                </a:lnTo>
                <a:cubicBezTo>
                  <a:pt x="924472" y="431890"/>
                  <a:pt x="846972" y="376972"/>
                  <a:pt x="756645" y="376972"/>
                </a:cubicBezTo>
                <a:cubicBezTo>
                  <a:pt x="636209" y="376972"/>
                  <a:pt x="538577" y="474604"/>
                  <a:pt x="538577" y="595040"/>
                </a:cubicBezTo>
                <a:lnTo>
                  <a:pt x="540338" y="595040"/>
                </a:lnTo>
                <a:lnTo>
                  <a:pt x="532126" y="635711"/>
                </a:lnTo>
                <a:cubicBezTo>
                  <a:pt x="515574" y="674845"/>
                  <a:pt x="476824" y="702304"/>
                  <a:pt x="431661" y="702304"/>
                </a:cubicBezTo>
                <a:cubicBezTo>
                  <a:pt x="371443" y="702304"/>
                  <a:pt x="322627" y="653488"/>
                  <a:pt x="322627" y="593270"/>
                </a:cubicBezTo>
                <a:lnTo>
                  <a:pt x="319115" y="593270"/>
                </a:lnTo>
                <a:lnTo>
                  <a:pt x="303138" y="514132"/>
                </a:lnTo>
                <a:cubicBezTo>
                  <a:pt x="270034" y="435864"/>
                  <a:pt x="192534" y="380946"/>
                  <a:pt x="102207" y="380946"/>
                </a:cubicBezTo>
                <a:cubicBezTo>
                  <a:pt x="72098" y="380946"/>
                  <a:pt x="43414" y="387048"/>
                  <a:pt x="17325" y="398083"/>
                </a:cubicBezTo>
                <a:lnTo>
                  <a:pt x="0" y="409764"/>
                </a:lnTo>
                <a:lnTo>
                  <a:pt x="0" y="188227"/>
                </a:lnTo>
                <a:lnTo>
                  <a:pt x="1742" y="179601"/>
                </a:lnTo>
                <a:cubicBezTo>
                  <a:pt x="18294" y="140467"/>
                  <a:pt x="57044" y="113008"/>
                  <a:pt x="102207" y="113008"/>
                </a:cubicBezTo>
                <a:cubicBezTo>
                  <a:pt x="162425" y="113008"/>
                  <a:pt x="211241" y="161824"/>
                  <a:pt x="211241" y="222042"/>
                </a:cubicBezTo>
                <a:lnTo>
                  <a:pt x="214755" y="222042"/>
                </a:lnTo>
                <a:lnTo>
                  <a:pt x="230732" y="301180"/>
                </a:lnTo>
                <a:cubicBezTo>
                  <a:pt x="263836" y="379448"/>
                  <a:pt x="341336" y="434366"/>
                  <a:pt x="431663" y="434366"/>
                </a:cubicBezTo>
                <a:cubicBezTo>
                  <a:pt x="552099" y="434366"/>
                  <a:pt x="649731" y="336734"/>
                  <a:pt x="649731" y="216298"/>
                </a:cubicBezTo>
                <a:lnTo>
                  <a:pt x="647968" y="216298"/>
                </a:lnTo>
                <a:lnTo>
                  <a:pt x="656180" y="175627"/>
                </a:lnTo>
                <a:cubicBezTo>
                  <a:pt x="672732" y="136493"/>
                  <a:pt x="711482" y="109034"/>
                  <a:pt x="756645" y="109034"/>
                </a:cubicBezTo>
                <a:close/>
                <a:moveTo>
                  <a:pt x="756646" y="0"/>
                </a:moveTo>
                <a:lnTo>
                  <a:pt x="1188311" y="0"/>
                </a:lnTo>
                <a:lnTo>
                  <a:pt x="1188311" y="246120"/>
                </a:lnTo>
                <a:lnTo>
                  <a:pt x="1186566" y="254765"/>
                </a:lnTo>
                <a:cubicBezTo>
                  <a:pt x="1170014" y="293899"/>
                  <a:pt x="1131264" y="321358"/>
                  <a:pt x="1086100" y="321358"/>
                </a:cubicBezTo>
                <a:cubicBezTo>
                  <a:pt x="1025882" y="321358"/>
                  <a:pt x="977066" y="272542"/>
                  <a:pt x="977066" y="212324"/>
                </a:cubicBezTo>
                <a:lnTo>
                  <a:pt x="973554" y="212324"/>
                </a:lnTo>
                <a:lnTo>
                  <a:pt x="957577" y="133186"/>
                </a:lnTo>
                <a:cubicBezTo>
                  <a:pt x="924473" y="54918"/>
                  <a:pt x="846973" y="0"/>
                  <a:pt x="756646" y="0"/>
                </a:cubicBezTo>
                <a:close/>
                <a:moveTo>
                  <a:pt x="0" y="0"/>
                </a:moveTo>
                <a:lnTo>
                  <a:pt x="756646" y="0"/>
                </a:lnTo>
                <a:cubicBezTo>
                  <a:pt x="636210" y="0"/>
                  <a:pt x="538578" y="97632"/>
                  <a:pt x="538578" y="218068"/>
                </a:cubicBezTo>
                <a:lnTo>
                  <a:pt x="540339" y="218068"/>
                </a:lnTo>
                <a:lnTo>
                  <a:pt x="532127" y="258739"/>
                </a:lnTo>
                <a:cubicBezTo>
                  <a:pt x="515575" y="297873"/>
                  <a:pt x="476825" y="325332"/>
                  <a:pt x="431662" y="325332"/>
                </a:cubicBezTo>
                <a:cubicBezTo>
                  <a:pt x="371444" y="325332"/>
                  <a:pt x="322628" y="276516"/>
                  <a:pt x="322628" y="216298"/>
                </a:cubicBezTo>
                <a:lnTo>
                  <a:pt x="319116" y="216298"/>
                </a:lnTo>
                <a:lnTo>
                  <a:pt x="303139" y="137160"/>
                </a:lnTo>
                <a:cubicBezTo>
                  <a:pt x="270035" y="58892"/>
                  <a:pt x="192535" y="3974"/>
                  <a:pt x="102208" y="3974"/>
                </a:cubicBezTo>
                <a:cubicBezTo>
                  <a:pt x="72099" y="3974"/>
                  <a:pt x="43415" y="10076"/>
                  <a:pt x="17326" y="21111"/>
                </a:cubicBezTo>
                <a:lnTo>
                  <a:pt x="0" y="32792"/>
                </a:lnTo>
                <a:close/>
              </a:path>
            </a:pathLst>
          </a:cu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 rot="8100000" flipH="1">
            <a:off x="8878957" y="18846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541496" y="3441696"/>
            <a:ext cx="2400302" cy="2400302"/>
          </a:xfrm>
          <a:prstGeom prst="ellipse">
            <a:avLst/>
          </a:prstGeom>
          <a:gradFill>
            <a:gsLst>
              <a:gs pos="0">
                <a:schemeClr val="tx1">
                  <a:alpha val="76000"/>
                </a:schemeClr>
              </a:gs>
              <a:gs pos="58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07271" y="3725726"/>
            <a:ext cx="2400300" cy="2400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623047" y="4041502"/>
            <a:ext cx="1768748" cy="1768748"/>
          </a:xfrm>
          <a:prstGeom prst="ellips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775717" y="4194172"/>
            <a:ext cx="1463408" cy="1463408"/>
          </a:xfrm>
          <a:prstGeom prst="ellips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928117" y="4346572"/>
            <a:ext cx="1158608" cy="1158608"/>
          </a:xfrm>
          <a:prstGeom prst="ellips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070992" y="4489447"/>
            <a:ext cx="872858" cy="872858"/>
          </a:xfrm>
          <a:prstGeom prst="ellips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23392" y="4641847"/>
            <a:ext cx="568058" cy="568058"/>
          </a:xfrm>
          <a:prstGeom prst="ellips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56" y="27964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00130" y="636924"/>
            <a:ext cx="45719" cy="2376622"/>
          </a:xfrm>
          <a:prstGeom prst="rect">
            <a:avLst/>
          </a:prstGeom>
          <a:solidFill>
            <a:srgbClr val="FFFC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16200000">
            <a:off x="5096094" y="659784"/>
            <a:ext cx="45719" cy="2376622"/>
          </a:xfrm>
          <a:prstGeom prst="rect">
            <a:avLst/>
          </a:prstGeom>
          <a:solidFill>
            <a:srgbClr val="FFFC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25419" y="3441696"/>
            <a:ext cx="2400300" cy="2400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875115" y="4333872"/>
            <a:ext cx="2300908" cy="895348"/>
          </a:xfrm>
          <a:prstGeom prst="ellipse">
            <a:avLst/>
          </a:pr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333338" y="4512180"/>
            <a:ext cx="1384462" cy="538732"/>
          </a:xfrm>
          <a:prstGeom prst="ellipse">
            <a:avLst/>
          </a:pr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1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90935" y="3096214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 rot="8100000" flipH="1">
            <a:off x="4941957" y="24434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16181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rot="21164759">
            <a:off x="4866056" y="3076261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435241" flipH="1">
            <a:off x="6309899" y="3062864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52" y="32027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  <p:sp>
        <p:nvSpPr>
          <p:cNvPr id="61" name="Oval 60"/>
          <p:cNvSpPr/>
          <p:nvPr/>
        </p:nvSpPr>
        <p:spPr>
          <a:xfrm>
            <a:off x="7544472" y="3537782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7915999" y="3537782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7451506" y="3096213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 rot="8100000" flipH="1">
            <a:off x="7102528" y="2443472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7774266" y="3161811"/>
            <a:ext cx="188119" cy="2382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  <a:gd name="connsiteX0" fmla="*/ 0 w 200025"/>
              <a:gd name="connsiteY0" fmla="*/ 0 h 59970"/>
              <a:gd name="connsiteX1" fmla="*/ 90487 w 200025"/>
              <a:gd name="connsiteY1" fmla="*/ 28575 h 59970"/>
              <a:gd name="connsiteX2" fmla="*/ 200025 w 200025"/>
              <a:gd name="connsiteY2" fmla="*/ 57150 h 59970"/>
              <a:gd name="connsiteX0" fmla="*/ 0 w 200025"/>
              <a:gd name="connsiteY0" fmla="*/ 0 h 57150"/>
              <a:gd name="connsiteX1" fmla="*/ 200025 w 200025"/>
              <a:gd name="connsiteY1" fmla="*/ 57150 h 57150"/>
              <a:gd name="connsiteX0" fmla="*/ 0 w 183357"/>
              <a:gd name="connsiteY0" fmla="*/ 0 h 42863"/>
              <a:gd name="connsiteX1" fmla="*/ 183357 w 183357"/>
              <a:gd name="connsiteY1" fmla="*/ 42863 h 42863"/>
              <a:gd name="connsiteX0" fmla="*/ 0 w 188119"/>
              <a:gd name="connsiteY0" fmla="*/ 0 h 2382"/>
              <a:gd name="connsiteX1" fmla="*/ 188119 w 188119"/>
              <a:gd name="connsiteY1" fmla="*/ 2382 h 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119" h="2382">
                <a:moveTo>
                  <a:pt x="0" y="0"/>
                </a:moveTo>
                <a:lnTo>
                  <a:pt x="188119" y="2382"/>
                </a:ln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 rot="21164759">
            <a:off x="7026627" y="3076260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6"/>
          <p:cNvSpPr/>
          <p:nvPr/>
        </p:nvSpPr>
        <p:spPr>
          <a:xfrm rot="435241" flipH="1">
            <a:off x="8470470" y="3062863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184" y="2736682"/>
            <a:ext cx="266004" cy="34728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557970" y="2729639"/>
            <a:ext cx="266004" cy="3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90935" y="3096214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 rot="8100000" flipH="1">
            <a:off x="4941957" y="24434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21658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rot="21164759">
            <a:off x="4866056" y="3076261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435241" flipH="1">
            <a:off x="6309899" y="3062864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52" y="32027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  <p:sp>
        <p:nvSpPr>
          <p:cNvPr id="21" name="Freeform 20"/>
          <p:cNvSpPr/>
          <p:nvPr/>
        </p:nvSpPr>
        <p:spPr>
          <a:xfrm rot="260493" flipV="1">
            <a:off x="5612551" y="3169377"/>
            <a:ext cx="190500" cy="45719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7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5207590" y="3096214"/>
            <a:ext cx="1002710" cy="619274"/>
          </a:xfrm>
          <a:custGeom>
            <a:avLst/>
            <a:gdLst>
              <a:gd name="connsiteX0" fmla="*/ 501355 w 1002710"/>
              <a:gd name="connsiteY0" fmla="*/ 0 h 619274"/>
              <a:gd name="connsiteX1" fmla="*/ 910873 w 1002710"/>
              <a:gd name="connsiteY1" fmla="*/ 247234 h 619274"/>
              <a:gd name="connsiteX2" fmla="*/ 919323 w 1002710"/>
              <a:gd name="connsiteY2" fmla="*/ 309328 h 619274"/>
              <a:gd name="connsiteX3" fmla="*/ 925224 w 1002710"/>
              <a:gd name="connsiteY3" fmla="*/ 309328 h 619274"/>
              <a:gd name="connsiteX4" fmla="*/ 1002710 w 1002710"/>
              <a:gd name="connsiteY4" fmla="*/ 619274 h 619274"/>
              <a:gd name="connsiteX5" fmla="*/ 501355 w 1002710"/>
              <a:gd name="connsiteY5" fmla="*/ 619274 h 619274"/>
              <a:gd name="connsiteX6" fmla="*/ 0 w 1002710"/>
              <a:gd name="connsiteY6" fmla="*/ 619274 h 619274"/>
              <a:gd name="connsiteX7" fmla="*/ 77487 w 1002710"/>
              <a:gd name="connsiteY7" fmla="*/ 309328 h 619274"/>
              <a:gd name="connsiteX8" fmla="*/ 83387 w 1002710"/>
              <a:gd name="connsiteY8" fmla="*/ 309328 h 619274"/>
              <a:gd name="connsiteX9" fmla="*/ 91838 w 1002710"/>
              <a:gd name="connsiteY9" fmla="*/ 247234 h 619274"/>
              <a:gd name="connsiteX10" fmla="*/ 501355 w 1002710"/>
              <a:gd name="connsiteY10" fmla="*/ 0 h 619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2710" h="619274">
                <a:moveTo>
                  <a:pt x="501355" y="0"/>
                </a:moveTo>
                <a:cubicBezTo>
                  <a:pt x="703359" y="0"/>
                  <a:pt x="871895" y="106138"/>
                  <a:pt x="910873" y="247234"/>
                </a:cubicBezTo>
                <a:lnTo>
                  <a:pt x="919323" y="309328"/>
                </a:lnTo>
                <a:lnTo>
                  <a:pt x="925224" y="309328"/>
                </a:lnTo>
                <a:lnTo>
                  <a:pt x="1002710" y="619274"/>
                </a:lnTo>
                <a:lnTo>
                  <a:pt x="501355" y="619274"/>
                </a:lnTo>
                <a:lnTo>
                  <a:pt x="0" y="619274"/>
                </a:lnTo>
                <a:lnTo>
                  <a:pt x="77487" y="309328"/>
                </a:lnTo>
                <a:lnTo>
                  <a:pt x="83387" y="309328"/>
                </a:lnTo>
                <a:lnTo>
                  <a:pt x="91838" y="247234"/>
                </a:lnTo>
                <a:cubicBezTo>
                  <a:pt x="130816" y="106138"/>
                  <a:pt x="299352" y="0"/>
                  <a:pt x="501355" y="0"/>
                </a:cubicBezTo>
                <a:close/>
              </a:path>
            </a:pathLst>
          </a:custGeom>
          <a:solidFill>
            <a:srgbClr val="5FA65A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 rot="10800000" flipH="1">
            <a:off x="4792689" y="2446741"/>
            <a:ext cx="1832511" cy="958801"/>
          </a:xfrm>
          <a:custGeom>
            <a:avLst/>
            <a:gdLst>
              <a:gd name="connsiteX0" fmla="*/ 246279 w 1832511"/>
              <a:gd name="connsiteY0" fmla="*/ 958120 h 958801"/>
              <a:gd name="connsiteX1" fmla="*/ 423230 w 1832511"/>
              <a:gd name="connsiteY1" fmla="*/ 902817 h 958801"/>
              <a:gd name="connsiteX2" fmla="*/ 522958 w 1832511"/>
              <a:gd name="connsiteY2" fmla="*/ 823678 h 958801"/>
              <a:gd name="connsiteX3" fmla="*/ 536025 w 1832511"/>
              <a:gd name="connsiteY3" fmla="*/ 804052 h 958801"/>
              <a:gd name="connsiteX4" fmla="*/ 589079 w 1832511"/>
              <a:gd name="connsiteY4" fmla="*/ 838335 h 958801"/>
              <a:gd name="connsiteX5" fmla="*/ 916256 w 1832511"/>
              <a:gd name="connsiteY5" fmla="*/ 916606 h 958801"/>
              <a:gd name="connsiteX6" fmla="*/ 1243433 w 1832511"/>
              <a:gd name="connsiteY6" fmla="*/ 838335 h 958801"/>
              <a:gd name="connsiteX7" fmla="*/ 1296487 w 1832511"/>
              <a:gd name="connsiteY7" fmla="*/ 804052 h 958801"/>
              <a:gd name="connsiteX8" fmla="*/ 1309554 w 1832511"/>
              <a:gd name="connsiteY8" fmla="*/ 823678 h 958801"/>
              <a:gd name="connsiteX9" fmla="*/ 1409282 w 1832511"/>
              <a:gd name="connsiteY9" fmla="*/ 902817 h 958801"/>
              <a:gd name="connsiteX10" fmla="*/ 1586232 w 1832511"/>
              <a:gd name="connsiteY10" fmla="*/ 958120 h 958801"/>
              <a:gd name="connsiteX11" fmla="*/ 1808285 w 1832511"/>
              <a:gd name="connsiteY11" fmla="*/ 858806 h 958801"/>
              <a:gd name="connsiteX12" fmla="*/ 1646899 w 1832511"/>
              <a:gd name="connsiteY12" fmla="*/ 491253 h 958801"/>
              <a:gd name="connsiteX13" fmla="*/ 1528498 w 1832511"/>
              <a:gd name="connsiteY13" fmla="*/ 444456 h 958801"/>
              <a:gd name="connsiteX14" fmla="*/ 1499099 w 1832511"/>
              <a:gd name="connsiteY14" fmla="*/ 440185 h 958801"/>
              <a:gd name="connsiteX15" fmla="*/ 1489542 w 1832511"/>
              <a:gd name="connsiteY15" fmla="*/ 365939 h 958801"/>
              <a:gd name="connsiteX16" fmla="*/ 916256 w 1832511"/>
              <a:gd name="connsiteY16" fmla="*/ 0 h 958801"/>
              <a:gd name="connsiteX17" fmla="*/ 342970 w 1832511"/>
              <a:gd name="connsiteY17" fmla="*/ 365939 h 958801"/>
              <a:gd name="connsiteX18" fmla="*/ 333413 w 1832511"/>
              <a:gd name="connsiteY18" fmla="*/ 440185 h 958801"/>
              <a:gd name="connsiteX19" fmla="*/ 304014 w 1832511"/>
              <a:gd name="connsiteY19" fmla="*/ 444456 h 958801"/>
              <a:gd name="connsiteX20" fmla="*/ 185613 w 1832511"/>
              <a:gd name="connsiteY20" fmla="*/ 491253 h 958801"/>
              <a:gd name="connsiteX21" fmla="*/ 24226 w 1832511"/>
              <a:gd name="connsiteY21" fmla="*/ 858806 h 958801"/>
              <a:gd name="connsiteX22" fmla="*/ 246279 w 1832511"/>
              <a:gd name="connsiteY22" fmla="*/ 958120 h 95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32511" h="958801">
                <a:moveTo>
                  <a:pt x="246279" y="958120"/>
                </a:moveTo>
                <a:cubicBezTo>
                  <a:pt x="303809" y="954490"/>
                  <a:pt x="365200" y="936321"/>
                  <a:pt x="423230" y="902817"/>
                </a:cubicBezTo>
                <a:cubicBezTo>
                  <a:pt x="461917" y="880481"/>
                  <a:pt x="495448" y="853445"/>
                  <a:pt x="522958" y="823678"/>
                </a:cubicBezTo>
                <a:lnTo>
                  <a:pt x="536025" y="804052"/>
                </a:lnTo>
                <a:lnTo>
                  <a:pt x="589079" y="838335"/>
                </a:lnTo>
                <a:cubicBezTo>
                  <a:pt x="682474" y="887751"/>
                  <a:pt x="795063" y="916606"/>
                  <a:pt x="916256" y="916606"/>
                </a:cubicBezTo>
                <a:cubicBezTo>
                  <a:pt x="1037450" y="916606"/>
                  <a:pt x="1150038" y="887751"/>
                  <a:pt x="1243433" y="838335"/>
                </a:cubicBezTo>
                <a:lnTo>
                  <a:pt x="1296487" y="804052"/>
                </a:lnTo>
                <a:lnTo>
                  <a:pt x="1309554" y="823678"/>
                </a:lnTo>
                <a:cubicBezTo>
                  <a:pt x="1337064" y="853445"/>
                  <a:pt x="1370595" y="880481"/>
                  <a:pt x="1409282" y="902817"/>
                </a:cubicBezTo>
                <a:cubicBezTo>
                  <a:pt x="1467313" y="936321"/>
                  <a:pt x="1528703" y="954490"/>
                  <a:pt x="1586232" y="958120"/>
                </a:cubicBezTo>
                <a:cubicBezTo>
                  <a:pt x="1682115" y="964171"/>
                  <a:pt x="1767275" y="929837"/>
                  <a:pt x="1808285" y="858806"/>
                </a:cubicBezTo>
                <a:cubicBezTo>
                  <a:pt x="1873901" y="745155"/>
                  <a:pt x="1801647" y="580596"/>
                  <a:pt x="1646899" y="491253"/>
                </a:cubicBezTo>
                <a:cubicBezTo>
                  <a:pt x="1608212" y="468917"/>
                  <a:pt x="1568032" y="453396"/>
                  <a:pt x="1528498" y="444456"/>
                </a:cubicBezTo>
                <a:lnTo>
                  <a:pt x="1499099" y="440185"/>
                </a:lnTo>
                <a:lnTo>
                  <a:pt x="1489542" y="365939"/>
                </a:lnTo>
                <a:cubicBezTo>
                  <a:pt x="1434977" y="157098"/>
                  <a:pt x="1199041" y="0"/>
                  <a:pt x="916256" y="0"/>
                </a:cubicBezTo>
                <a:cubicBezTo>
                  <a:pt x="633471" y="0"/>
                  <a:pt x="397535" y="157098"/>
                  <a:pt x="342970" y="365939"/>
                </a:cubicBezTo>
                <a:lnTo>
                  <a:pt x="333413" y="440185"/>
                </a:lnTo>
                <a:lnTo>
                  <a:pt x="304014" y="444456"/>
                </a:lnTo>
                <a:cubicBezTo>
                  <a:pt x="264480" y="453396"/>
                  <a:pt x="224300" y="468917"/>
                  <a:pt x="185613" y="491253"/>
                </a:cubicBezTo>
                <a:cubicBezTo>
                  <a:pt x="30865" y="580596"/>
                  <a:pt x="-41390" y="745155"/>
                  <a:pt x="24226" y="858806"/>
                </a:cubicBezTo>
                <a:cubicBezTo>
                  <a:pt x="65236" y="929837"/>
                  <a:pt x="150396" y="964171"/>
                  <a:pt x="246279" y="958120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52" y="32027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36673" y="2721813"/>
            <a:ext cx="248706" cy="34508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73" y="2721813"/>
            <a:ext cx="248706" cy="34508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651794" y="3129286"/>
            <a:ext cx="114300" cy="69850"/>
          </a:xfrm>
          <a:prstGeom prst="ellipse">
            <a:avLst/>
          </a:pr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 flipV="1">
            <a:off x="5613695" y="3145937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5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 rot="10800000" flipH="1">
            <a:off x="5123770" y="2489245"/>
            <a:ext cx="1170350" cy="916605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9900000" flipH="1">
            <a:off x="5686777" y="2549220"/>
            <a:ext cx="647082" cy="475233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rot="11700000">
            <a:off x="5084031" y="2549221"/>
            <a:ext cx="647082" cy="475233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 rot="10800000" flipH="1">
            <a:off x="7322530" y="2195589"/>
            <a:ext cx="1832511" cy="958801"/>
          </a:xfrm>
          <a:custGeom>
            <a:avLst/>
            <a:gdLst>
              <a:gd name="connsiteX0" fmla="*/ 246279 w 1832511"/>
              <a:gd name="connsiteY0" fmla="*/ 958120 h 958801"/>
              <a:gd name="connsiteX1" fmla="*/ 423230 w 1832511"/>
              <a:gd name="connsiteY1" fmla="*/ 902817 h 958801"/>
              <a:gd name="connsiteX2" fmla="*/ 522958 w 1832511"/>
              <a:gd name="connsiteY2" fmla="*/ 823678 h 958801"/>
              <a:gd name="connsiteX3" fmla="*/ 536025 w 1832511"/>
              <a:gd name="connsiteY3" fmla="*/ 804052 h 958801"/>
              <a:gd name="connsiteX4" fmla="*/ 589079 w 1832511"/>
              <a:gd name="connsiteY4" fmla="*/ 838335 h 958801"/>
              <a:gd name="connsiteX5" fmla="*/ 916256 w 1832511"/>
              <a:gd name="connsiteY5" fmla="*/ 916606 h 958801"/>
              <a:gd name="connsiteX6" fmla="*/ 1243433 w 1832511"/>
              <a:gd name="connsiteY6" fmla="*/ 838335 h 958801"/>
              <a:gd name="connsiteX7" fmla="*/ 1296487 w 1832511"/>
              <a:gd name="connsiteY7" fmla="*/ 804052 h 958801"/>
              <a:gd name="connsiteX8" fmla="*/ 1309554 w 1832511"/>
              <a:gd name="connsiteY8" fmla="*/ 823678 h 958801"/>
              <a:gd name="connsiteX9" fmla="*/ 1409282 w 1832511"/>
              <a:gd name="connsiteY9" fmla="*/ 902817 h 958801"/>
              <a:gd name="connsiteX10" fmla="*/ 1586232 w 1832511"/>
              <a:gd name="connsiteY10" fmla="*/ 958120 h 958801"/>
              <a:gd name="connsiteX11" fmla="*/ 1808285 w 1832511"/>
              <a:gd name="connsiteY11" fmla="*/ 858806 h 958801"/>
              <a:gd name="connsiteX12" fmla="*/ 1646899 w 1832511"/>
              <a:gd name="connsiteY12" fmla="*/ 491253 h 958801"/>
              <a:gd name="connsiteX13" fmla="*/ 1528498 w 1832511"/>
              <a:gd name="connsiteY13" fmla="*/ 444456 h 958801"/>
              <a:gd name="connsiteX14" fmla="*/ 1499099 w 1832511"/>
              <a:gd name="connsiteY14" fmla="*/ 440185 h 958801"/>
              <a:gd name="connsiteX15" fmla="*/ 1489542 w 1832511"/>
              <a:gd name="connsiteY15" fmla="*/ 365939 h 958801"/>
              <a:gd name="connsiteX16" fmla="*/ 916256 w 1832511"/>
              <a:gd name="connsiteY16" fmla="*/ 0 h 958801"/>
              <a:gd name="connsiteX17" fmla="*/ 342970 w 1832511"/>
              <a:gd name="connsiteY17" fmla="*/ 365939 h 958801"/>
              <a:gd name="connsiteX18" fmla="*/ 333413 w 1832511"/>
              <a:gd name="connsiteY18" fmla="*/ 440185 h 958801"/>
              <a:gd name="connsiteX19" fmla="*/ 304014 w 1832511"/>
              <a:gd name="connsiteY19" fmla="*/ 444456 h 958801"/>
              <a:gd name="connsiteX20" fmla="*/ 185613 w 1832511"/>
              <a:gd name="connsiteY20" fmla="*/ 491253 h 958801"/>
              <a:gd name="connsiteX21" fmla="*/ 24226 w 1832511"/>
              <a:gd name="connsiteY21" fmla="*/ 858806 h 958801"/>
              <a:gd name="connsiteX22" fmla="*/ 246279 w 1832511"/>
              <a:gd name="connsiteY22" fmla="*/ 958120 h 95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32511" h="958801">
                <a:moveTo>
                  <a:pt x="246279" y="958120"/>
                </a:moveTo>
                <a:cubicBezTo>
                  <a:pt x="303809" y="954490"/>
                  <a:pt x="365200" y="936321"/>
                  <a:pt x="423230" y="902817"/>
                </a:cubicBezTo>
                <a:cubicBezTo>
                  <a:pt x="461917" y="880481"/>
                  <a:pt x="495448" y="853445"/>
                  <a:pt x="522958" y="823678"/>
                </a:cubicBezTo>
                <a:lnTo>
                  <a:pt x="536025" y="804052"/>
                </a:lnTo>
                <a:lnTo>
                  <a:pt x="589079" y="838335"/>
                </a:lnTo>
                <a:cubicBezTo>
                  <a:pt x="682474" y="887751"/>
                  <a:pt x="795063" y="916606"/>
                  <a:pt x="916256" y="916606"/>
                </a:cubicBezTo>
                <a:cubicBezTo>
                  <a:pt x="1037450" y="916606"/>
                  <a:pt x="1150038" y="887751"/>
                  <a:pt x="1243433" y="838335"/>
                </a:cubicBezTo>
                <a:lnTo>
                  <a:pt x="1296487" y="804052"/>
                </a:lnTo>
                <a:lnTo>
                  <a:pt x="1309554" y="823678"/>
                </a:lnTo>
                <a:cubicBezTo>
                  <a:pt x="1337064" y="853445"/>
                  <a:pt x="1370595" y="880481"/>
                  <a:pt x="1409282" y="902817"/>
                </a:cubicBezTo>
                <a:cubicBezTo>
                  <a:pt x="1467313" y="936321"/>
                  <a:pt x="1528703" y="954490"/>
                  <a:pt x="1586232" y="958120"/>
                </a:cubicBezTo>
                <a:cubicBezTo>
                  <a:pt x="1682115" y="964171"/>
                  <a:pt x="1767275" y="929837"/>
                  <a:pt x="1808285" y="858806"/>
                </a:cubicBezTo>
                <a:cubicBezTo>
                  <a:pt x="1873901" y="745155"/>
                  <a:pt x="1801647" y="580596"/>
                  <a:pt x="1646899" y="491253"/>
                </a:cubicBezTo>
                <a:cubicBezTo>
                  <a:pt x="1608212" y="468917"/>
                  <a:pt x="1568032" y="453396"/>
                  <a:pt x="1528498" y="444456"/>
                </a:cubicBezTo>
                <a:lnTo>
                  <a:pt x="1499099" y="440185"/>
                </a:lnTo>
                <a:lnTo>
                  <a:pt x="1489542" y="365939"/>
                </a:lnTo>
                <a:cubicBezTo>
                  <a:pt x="1434977" y="157098"/>
                  <a:pt x="1199041" y="0"/>
                  <a:pt x="916256" y="0"/>
                </a:cubicBezTo>
                <a:cubicBezTo>
                  <a:pt x="633471" y="0"/>
                  <a:pt x="397535" y="157098"/>
                  <a:pt x="342970" y="365939"/>
                </a:cubicBezTo>
                <a:lnTo>
                  <a:pt x="333413" y="440185"/>
                </a:lnTo>
                <a:lnTo>
                  <a:pt x="304014" y="444456"/>
                </a:lnTo>
                <a:cubicBezTo>
                  <a:pt x="264480" y="453396"/>
                  <a:pt x="224300" y="468917"/>
                  <a:pt x="185613" y="491253"/>
                </a:cubicBezTo>
                <a:cubicBezTo>
                  <a:pt x="30865" y="580596"/>
                  <a:pt x="-41390" y="745155"/>
                  <a:pt x="24226" y="858806"/>
                </a:cubicBezTo>
                <a:cubicBezTo>
                  <a:pt x="65236" y="929837"/>
                  <a:pt x="150396" y="964171"/>
                  <a:pt x="246279" y="958120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6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rot="10800000" flipH="1">
            <a:off x="4377011" y="1872024"/>
            <a:ext cx="1170351" cy="916606"/>
          </a:xfrm>
          <a:custGeom>
            <a:avLst/>
            <a:gdLst>
              <a:gd name="connsiteX0" fmla="*/ 1017582 w 1170351"/>
              <a:gd name="connsiteY0" fmla="*/ 916606 h 916606"/>
              <a:gd name="connsiteX1" fmla="*/ 1170350 w 1170351"/>
              <a:gd name="connsiteY1" fmla="*/ 763838 h 916606"/>
              <a:gd name="connsiteX2" fmla="*/ 1170350 w 1170351"/>
              <a:gd name="connsiteY2" fmla="*/ 627336 h 916606"/>
              <a:gd name="connsiteX3" fmla="*/ 1107441 w 1170351"/>
              <a:gd name="connsiteY3" fmla="*/ 627336 h 916606"/>
              <a:gd name="connsiteX4" fmla="*/ 1051560 w 1170351"/>
              <a:gd name="connsiteY4" fmla="*/ 571455 h 916606"/>
              <a:gd name="connsiteX5" fmla="*/ 1051560 w 1170351"/>
              <a:gd name="connsiteY5" fmla="*/ 347937 h 916606"/>
              <a:gd name="connsiteX6" fmla="*/ 1107441 w 1170351"/>
              <a:gd name="connsiteY6" fmla="*/ 292056 h 916606"/>
              <a:gd name="connsiteX7" fmla="*/ 1170351 w 1170351"/>
              <a:gd name="connsiteY7" fmla="*/ 292056 h 916606"/>
              <a:gd name="connsiteX8" fmla="*/ 1170351 w 1170351"/>
              <a:gd name="connsiteY8" fmla="*/ 152768 h 916606"/>
              <a:gd name="connsiteX9" fmla="*/ 1017583 w 1170351"/>
              <a:gd name="connsiteY9" fmla="*/ 0 h 916606"/>
              <a:gd name="connsiteX10" fmla="*/ 152768 w 1170351"/>
              <a:gd name="connsiteY10" fmla="*/ 0 h 916606"/>
              <a:gd name="connsiteX11" fmla="*/ 0 w 1170351"/>
              <a:gd name="connsiteY11" fmla="*/ 152768 h 916606"/>
              <a:gd name="connsiteX12" fmla="*/ 0 w 1170351"/>
              <a:gd name="connsiteY12" fmla="*/ 290663 h 916606"/>
              <a:gd name="connsiteX13" fmla="*/ 62909 w 1170351"/>
              <a:gd name="connsiteY13" fmla="*/ 290663 h 916606"/>
              <a:gd name="connsiteX14" fmla="*/ 118790 w 1170351"/>
              <a:gd name="connsiteY14" fmla="*/ 346544 h 916606"/>
              <a:gd name="connsiteX15" fmla="*/ 118790 w 1170351"/>
              <a:gd name="connsiteY15" fmla="*/ 570062 h 916606"/>
              <a:gd name="connsiteX16" fmla="*/ 62909 w 1170351"/>
              <a:gd name="connsiteY16" fmla="*/ 625943 h 916606"/>
              <a:gd name="connsiteX17" fmla="*/ 0 w 1170351"/>
              <a:gd name="connsiteY17" fmla="*/ 625943 h 916606"/>
              <a:gd name="connsiteX18" fmla="*/ 0 w 1170351"/>
              <a:gd name="connsiteY18" fmla="*/ 763837 h 916606"/>
              <a:gd name="connsiteX19" fmla="*/ 152768 w 1170351"/>
              <a:gd name="connsiteY19" fmla="*/ 916605 h 916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0351" h="916606">
                <a:moveTo>
                  <a:pt x="1017582" y="916606"/>
                </a:moveTo>
                <a:cubicBezTo>
                  <a:pt x="1101953" y="916606"/>
                  <a:pt x="1170350" y="848209"/>
                  <a:pt x="1170350" y="763838"/>
                </a:cubicBezTo>
                <a:lnTo>
                  <a:pt x="1170350" y="627336"/>
                </a:lnTo>
                <a:lnTo>
                  <a:pt x="1107441" y="627336"/>
                </a:lnTo>
                <a:cubicBezTo>
                  <a:pt x="1076579" y="627336"/>
                  <a:pt x="1051560" y="602317"/>
                  <a:pt x="1051560" y="571455"/>
                </a:cubicBezTo>
                <a:lnTo>
                  <a:pt x="1051560" y="347937"/>
                </a:lnTo>
                <a:cubicBezTo>
                  <a:pt x="1051560" y="317075"/>
                  <a:pt x="1076579" y="292056"/>
                  <a:pt x="1107441" y="292056"/>
                </a:cubicBezTo>
                <a:lnTo>
                  <a:pt x="1170351" y="292056"/>
                </a:lnTo>
                <a:lnTo>
                  <a:pt x="1170351" y="152768"/>
                </a:lnTo>
                <a:cubicBezTo>
                  <a:pt x="1170351" y="68397"/>
                  <a:pt x="1101954" y="0"/>
                  <a:pt x="1017583" y="0"/>
                </a:cubicBezTo>
                <a:lnTo>
                  <a:pt x="152768" y="0"/>
                </a:lnTo>
                <a:cubicBezTo>
                  <a:pt x="68397" y="0"/>
                  <a:pt x="0" y="68397"/>
                  <a:pt x="0" y="152768"/>
                </a:cubicBezTo>
                <a:lnTo>
                  <a:pt x="0" y="290663"/>
                </a:lnTo>
                <a:lnTo>
                  <a:pt x="62909" y="290663"/>
                </a:lnTo>
                <a:cubicBezTo>
                  <a:pt x="93771" y="290663"/>
                  <a:pt x="118790" y="315682"/>
                  <a:pt x="118790" y="346544"/>
                </a:cubicBezTo>
                <a:lnTo>
                  <a:pt x="118790" y="570062"/>
                </a:lnTo>
                <a:cubicBezTo>
                  <a:pt x="118790" y="600924"/>
                  <a:pt x="93771" y="625943"/>
                  <a:pt x="62909" y="625943"/>
                </a:cubicBezTo>
                <a:lnTo>
                  <a:pt x="0" y="625943"/>
                </a:lnTo>
                <a:lnTo>
                  <a:pt x="0" y="763837"/>
                </a:lnTo>
                <a:cubicBezTo>
                  <a:pt x="0" y="848208"/>
                  <a:pt x="68397" y="916605"/>
                  <a:pt x="152768" y="916605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5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 rot="10800000" flipH="1">
            <a:off x="4834214" y="2588986"/>
            <a:ext cx="1185586" cy="1007364"/>
          </a:xfrm>
          <a:custGeom>
            <a:avLst/>
            <a:gdLst>
              <a:gd name="connsiteX0" fmla="*/ 277743 w 1185586"/>
              <a:gd name="connsiteY0" fmla="*/ 1007364 h 1007364"/>
              <a:gd name="connsiteX1" fmla="*/ 325263 w 1185586"/>
              <a:gd name="connsiteY1" fmla="*/ 969811 h 1007364"/>
              <a:gd name="connsiteX2" fmla="*/ 592793 w 1185586"/>
              <a:gd name="connsiteY2" fmla="*/ 891540 h 1007364"/>
              <a:gd name="connsiteX3" fmla="*/ 860324 w 1185586"/>
              <a:gd name="connsiteY3" fmla="*/ 969811 h 1007364"/>
              <a:gd name="connsiteX4" fmla="*/ 907843 w 1185586"/>
              <a:gd name="connsiteY4" fmla="*/ 1007364 h 1007364"/>
              <a:gd name="connsiteX5" fmla="*/ 924230 w 1185586"/>
              <a:gd name="connsiteY5" fmla="*/ 1002401 h 1007364"/>
              <a:gd name="connsiteX6" fmla="*/ 1185586 w 1185586"/>
              <a:gd name="connsiteY6" fmla="*/ 728118 h 1007364"/>
              <a:gd name="connsiteX7" fmla="*/ 1084347 w 1185586"/>
              <a:gd name="connsiteY7" fmla="*/ 543179 h 1007364"/>
              <a:gd name="connsiteX8" fmla="*/ 1063815 w 1185586"/>
              <a:gd name="connsiteY8" fmla="*/ 529294 h 1007364"/>
              <a:gd name="connsiteX9" fmla="*/ 1071287 w 1185586"/>
              <a:gd name="connsiteY9" fmla="*/ 458303 h 1007364"/>
              <a:gd name="connsiteX10" fmla="*/ 592793 w 1185586"/>
              <a:gd name="connsiteY10" fmla="*/ 0 h 1007364"/>
              <a:gd name="connsiteX11" fmla="*/ 114299 w 1185586"/>
              <a:gd name="connsiteY11" fmla="*/ 458303 h 1007364"/>
              <a:gd name="connsiteX12" fmla="*/ 121771 w 1185586"/>
              <a:gd name="connsiteY12" fmla="*/ 529294 h 1007364"/>
              <a:gd name="connsiteX13" fmla="*/ 101239 w 1185586"/>
              <a:gd name="connsiteY13" fmla="*/ 543179 h 1007364"/>
              <a:gd name="connsiteX14" fmla="*/ 0 w 1185586"/>
              <a:gd name="connsiteY14" fmla="*/ 728118 h 1007364"/>
              <a:gd name="connsiteX15" fmla="*/ 261357 w 1185586"/>
              <a:gd name="connsiteY15" fmla="*/ 1002401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85586" h="1007364">
                <a:moveTo>
                  <a:pt x="277743" y="1007364"/>
                </a:moveTo>
                <a:lnTo>
                  <a:pt x="325263" y="969811"/>
                </a:lnTo>
                <a:cubicBezTo>
                  <a:pt x="401631" y="920395"/>
                  <a:pt x="493694" y="891540"/>
                  <a:pt x="592793" y="891540"/>
                </a:cubicBezTo>
                <a:cubicBezTo>
                  <a:pt x="691893" y="891540"/>
                  <a:pt x="783956" y="920395"/>
                  <a:pt x="860324" y="969811"/>
                </a:cubicBezTo>
                <a:lnTo>
                  <a:pt x="907843" y="1007364"/>
                </a:lnTo>
                <a:lnTo>
                  <a:pt x="924230" y="1002401"/>
                </a:lnTo>
                <a:cubicBezTo>
                  <a:pt x="1081914" y="942958"/>
                  <a:pt x="1185586" y="842294"/>
                  <a:pt x="1185586" y="728118"/>
                </a:cubicBezTo>
                <a:cubicBezTo>
                  <a:pt x="1185586" y="659612"/>
                  <a:pt x="1148264" y="595971"/>
                  <a:pt x="1084347" y="543179"/>
                </a:cubicBezTo>
                <a:lnTo>
                  <a:pt x="1063815" y="529294"/>
                </a:lnTo>
                <a:lnTo>
                  <a:pt x="1071287" y="458303"/>
                </a:lnTo>
                <a:cubicBezTo>
                  <a:pt x="1071287" y="205189"/>
                  <a:pt x="857058" y="0"/>
                  <a:pt x="592793" y="0"/>
                </a:cubicBezTo>
                <a:cubicBezTo>
                  <a:pt x="328528" y="0"/>
                  <a:pt x="114299" y="205189"/>
                  <a:pt x="114299" y="458303"/>
                </a:cubicBezTo>
                <a:lnTo>
                  <a:pt x="121771" y="529294"/>
                </a:lnTo>
                <a:lnTo>
                  <a:pt x="101239" y="543179"/>
                </a:lnTo>
                <a:cubicBezTo>
                  <a:pt x="37322" y="595971"/>
                  <a:pt x="0" y="659613"/>
                  <a:pt x="0" y="728118"/>
                </a:cubicBezTo>
                <a:cubicBezTo>
                  <a:pt x="0" y="842294"/>
                  <a:pt x="103673" y="942958"/>
                  <a:pt x="261357" y="1002401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8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5400000" flipH="1">
            <a:off x="4869199" y="2623971"/>
            <a:ext cx="1115616" cy="1007364"/>
          </a:xfrm>
          <a:custGeom>
            <a:avLst/>
            <a:gdLst>
              <a:gd name="connsiteX0" fmla="*/ 1115616 w 1115616"/>
              <a:gd name="connsiteY0" fmla="*/ 709456 h 1007364"/>
              <a:gd name="connsiteX1" fmla="*/ 948986 w 1115616"/>
              <a:gd name="connsiteY1" fmla="*/ 0 h 1007364"/>
              <a:gd name="connsiteX2" fmla="*/ 236600 w 1115616"/>
              <a:gd name="connsiteY2" fmla="*/ 0 h 1007364"/>
              <a:gd name="connsiteX3" fmla="*/ 0 w 1115616"/>
              <a:gd name="connsiteY3" fmla="*/ 1007364 h 1007364"/>
              <a:gd name="connsiteX4" fmla="*/ 943619 w 1115616"/>
              <a:gd name="connsiteY4" fmla="*/ 1007364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616" h="1007364">
                <a:moveTo>
                  <a:pt x="1115616" y="709456"/>
                </a:moveTo>
                <a:lnTo>
                  <a:pt x="948986" y="0"/>
                </a:lnTo>
                <a:lnTo>
                  <a:pt x="236600" y="0"/>
                </a:lnTo>
                <a:lnTo>
                  <a:pt x="0" y="1007364"/>
                </a:lnTo>
                <a:lnTo>
                  <a:pt x="943619" y="1007364"/>
                </a:ln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1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 rot="10800000" flipH="1">
            <a:off x="4590370" y="2802476"/>
            <a:ext cx="1033190" cy="1030385"/>
          </a:xfrm>
          <a:custGeom>
            <a:avLst/>
            <a:gdLst>
              <a:gd name="connsiteX0" fmla="*/ 516595 w 1033190"/>
              <a:gd name="connsiteY0" fmla="*/ 1030385 h 1030385"/>
              <a:gd name="connsiteX1" fmla="*/ 1033190 w 1033190"/>
              <a:gd name="connsiteY1" fmla="*/ 649385 h 1030385"/>
              <a:gd name="connsiteX2" fmla="*/ 1027936 w 1033190"/>
              <a:gd name="connsiteY2" fmla="*/ 610944 h 1030385"/>
              <a:gd name="connsiteX3" fmla="*/ 1029181 w 1033190"/>
              <a:gd name="connsiteY3" fmla="*/ 606933 h 1030385"/>
              <a:gd name="connsiteX4" fmla="*/ 1033190 w 1033190"/>
              <a:gd name="connsiteY4" fmla="*/ 567164 h 1030385"/>
              <a:gd name="connsiteX5" fmla="*/ 1033190 w 1033190"/>
              <a:gd name="connsiteY5" fmla="*/ 197332 h 1030385"/>
              <a:gd name="connsiteX6" fmla="*/ 835858 w 1033190"/>
              <a:gd name="connsiteY6" fmla="*/ 0 h 1030385"/>
              <a:gd name="connsiteX7" fmla="*/ 197332 w 1033190"/>
              <a:gd name="connsiteY7" fmla="*/ 0 h 1030385"/>
              <a:gd name="connsiteX8" fmla="*/ 0 w 1033190"/>
              <a:gd name="connsiteY8" fmla="*/ 197332 h 1030385"/>
              <a:gd name="connsiteX9" fmla="*/ 0 w 1033190"/>
              <a:gd name="connsiteY9" fmla="*/ 567164 h 1030385"/>
              <a:gd name="connsiteX10" fmla="*/ 4009 w 1033190"/>
              <a:gd name="connsiteY10" fmla="*/ 606933 h 1030385"/>
              <a:gd name="connsiteX11" fmla="*/ 5255 w 1033190"/>
              <a:gd name="connsiteY11" fmla="*/ 610945 h 1030385"/>
              <a:gd name="connsiteX12" fmla="*/ 0 w 1033190"/>
              <a:gd name="connsiteY12" fmla="*/ 649385 h 1030385"/>
              <a:gd name="connsiteX13" fmla="*/ 516595 w 1033190"/>
              <a:gd name="connsiteY13" fmla="*/ 1030385 h 103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3190" h="1030385">
                <a:moveTo>
                  <a:pt x="516595" y="1030385"/>
                </a:moveTo>
                <a:cubicBezTo>
                  <a:pt x="801903" y="1030385"/>
                  <a:pt x="1033190" y="859805"/>
                  <a:pt x="1033190" y="649385"/>
                </a:cubicBezTo>
                <a:lnTo>
                  <a:pt x="1027936" y="610944"/>
                </a:lnTo>
                <a:lnTo>
                  <a:pt x="1029181" y="606933"/>
                </a:lnTo>
                <a:cubicBezTo>
                  <a:pt x="1031810" y="594087"/>
                  <a:pt x="1033190" y="580787"/>
                  <a:pt x="1033190" y="567164"/>
                </a:cubicBezTo>
                <a:lnTo>
                  <a:pt x="1033190" y="197332"/>
                </a:lnTo>
                <a:cubicBezTo>
                  <a:pt x="1033190" y="88349"/>
                  <a:pt x="944841" y="0"/>
                  <a:pt x="835858" y="0"/>
                </a:cubicBezTo>
                <a:lnTo>
                  <a:pt x="197332" y="0"/>
                </a:lnTo>
                <a:cubicBezTo>
                  <a:pt x="88349" y="0"/>
                  <a:pt x="0" y="88349"/>
                  <a:pt x="0" y="197332"/>
                </a:cubicBezTo>
                <a:lnTo>
                  <a:pt x="0" y="567164"/>
                </a:lnTo>
                <a:cubicBezTo>
                  <a:pt x="0" y="580787"/>
                  <a:pt x="1381" y="594087"/>
                  <a:pt x="4009" y="606933"/>
                </a:cubicBezTo>
                <a:lnTo>
                  <a:pt x="5255" y="610945"/>
                </a:lnTo>
                <a:lnTo>
                  <a:pt x="0" y="649385"/>
                </a:lnTo>
                <a:cubicBezTo>
                  <a:pt x="0" y="859805"/>
                  <a:pt x="231287" y="1030385"/>
                  <a:pt x="516595" y="1030385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 rot="10800000" flipH="1">
            <a:off x="5829010" y="2838268"/>
            <a:ext cx="1832511" cy="958801"/>
          </a:xfrm>
          <a:custGeom>
            <a:avLst/>
            <a:gdLst>
              <a:gd name="connsiteX0" fmla="*/ 246279 w 1832511"/>
              <a:gd name="connsiteY0" fmla="*/ 958120 h 958801"/>
              <a:gd name="connsiteX1" fmla="*/ 423230 w 1832511"/>
              <a:gd name="connsiteY1" fmla="*/ 902817 h 958801"/>
              <a:gd name="connsiteX2" fmla="*/ 522958 w 1832511"/>
              <a:gd name="connsiteY2" fmla="*/ 823678 h 958801"/>
              <a:gd name="connsiteX3" fmla="*/ 536025 w 1832511"/>
              <a:gd name="connsiteY3" fmla="*/ 804052 h 958801"/>
              <a:gd name="connsiteX4" fmla="*/ 589079 w 1832511"/>
              <a:gd name="connsiteY4" fmla="*/ 838335 h 958801"/>
              <a:gd name="connsiteX5" fmla="*/ 916256 w 1832511"/>
              <a:gd name="connsiteY5" fmla="*/ 916606 h 958801"/>
              <a:gd name="connsiteX6" fmla="*/ 1243433 w 1832511"/>
              <a:gd name="connsiteY6" fmla="*/ 838335 h 958801"/>
              <a:gd name="connsiteX7" fmla="*/ 1296487 w 1832511"/>
              <a:gd name="connsiteY7" fmla="*/ 804052 h 958801"/>
              <a:gd name="connsiteX8" fmla="*/ 1309554 w 1832511"/>
              <a:gd name="connsiteY8" fmla="*/ 823678 h 958801"/>
              <a:gd name="connsiteX9" fmla="*/ 1409282 w 1832511"/>
              <a:gd name="connsiteY9" fmla="*/ 902817 h 958801"/>
              <a:gd name="connsiteX10" fmla="*/ 1586232 w 1832511"/>
              <a:gd name="connsiteY10" fmla="*/ 958120 h 958801"/>
              <a:gd name="connsiteX11" fmla="*/ 1808285 w 1832511"/>
              <a:gd name="connsiteY11" fmla="*/ 858806 h 958801"/>
              <a:gd name="connsiteX12" fmla="*/ 1646899 w 1832511"/>
              <a:gd name="connsiteY12" fmla="*/ 491253 h 958801"/>
              <a:gd name="connsiteX13" fmla="*/ 1528498 w 1832511"/>
              <a:gd name="connsiteY13" fmla="*/ 444456 h 958801"/>
              <a:gd name="connsiteX14" fmla="*/ 1499099 w 1832511"/>
              <a:gd name="connsiteY14" fmla="*/ 440185 h 958801"/>
              <a:gd name="connsiteX15" fmla="*/ 1489542 w 1832511"/>
              <a:gd name="connsiteY15" fmla="*/ 365939 h 958801"/>
              <a:gd name="connsiteX16" fmla="*/ 916256 w 1832511"/>
              <a:gd name="connsiteY16" fmla="*/ 0 h 958801"/>
              <a:gd name="connsiteX17" fmla="*/ 342970 w 1832511"/>
              <a:gd name="connsiteY17" fmla="*/ 365939 h 958801"/>
              <a:gd name="connsiteX18" fmla="*/ 333413 w 1832511"/>
              <a:gd name="connsiteY18" fmla="*/ 440185 h 958801"/>
              <a:gd name="connsiteX19" fmla="*/ 304014 w 1832511"/>
              <a:gd name="connsiteY19" fmla="*/ 444456 h 958801"/>
              <a:gd name="connsiteX20" fmla="*/ 185613 w 1832511"/>
              <a:gd name="connsiteY20" fmla="*/ 491253 h 958801"/>
              <a:gd name="connsiteX21" fmla="*/ 24226 w 1832511"/>
              <a:gd name="connsiteY21" fmla="*/ 858806 h 958801"/>
              <a:gd name="connsiteX22" fmla="*/ 246279 w 1832511"/>
              <a:gd name="connsiteY22" fmla="*/ 958120 h 95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32511" h="958801">
                <a:moveTo>
                  <a:pt x="246279" y="958120"/>
                </a:moveTo>
                <a:cubicBezTo>
                  <a:pt x="303809" y="954490"/>
                  <a:pt x="365200" y="936321"/>
                  <a:pt x="423230" y="902817"/>
                </a:cubicBezTo>
                <a:cubicBezTo>
                  <a:pt x="461917" y="880481"/>
                  <a:pt x="495448" y="853445"/>
                  <a:pt x="522958" y="823678"/>
                </a:cubicBezTo>
                <a:lnTo>
                  <a:pt x="536025" y="804052"/>
                </a:lnTo>
                <a:lnTo>
                  <a:pt x="589079" y="838335"/>
                </a:lnTo>
                <a:cubicBezTo>
                  <a:pt x="682474" y="887751"/>
                  <a:pt x="795063" y="916606"/>
                  <a:pt x="916256" y="916606"/>
                </a:cubicBezTo>
                <a:cubicBezTo>
                  <a:pt x="1037450" y="916606"/>
                  <a:pt x="1150038" y="887751"/>
                  <a:pt x="1243433" y="838335"/>
                </a:cubicBezTo>
                <a:lnTo>
                  <a:pt x="1296487" y="804052"/>
                </a:lnTo>
                <a:lnTo>
                  <a:pt x="1309554" y="823678"/>
                </a:lnTo>
                <a:cubicBezTo>
                  <a:pt x="1337064" y="853445"/>
                  <a:pt x="1370595" y="880481"/>
                  <a:pt x="1409282" y="902817"/>
                </a:cubicBezTo>
                <a:cubicBezTo>
                  <a:pt x="1467313" y="936321"/>
                  <a:pt x="1528703" y="954490"/>
                  <a:pt x="1586232" y="958120"/>
                </a:cubicBezTo>
                <a:cubicBezTo>
                  <a:pt x="1682115" y="964171"/>
                  <a:pt x="1767275" y="929837"/>
                  <a:pt x="1808285" y="858806"/>
                </a:cubicBezTo>
                <a:cubicBezTo>
                  <a:pt x="1873901" y="745155"/>
                  <a:pt x="1801647" y="580596"/>
                  <a:pt x="1646899" y="491253"/>
                </a:cubicBezTo>
                <a:cubicBezTo>
                  <a:pt x="1608212" y="468917"/>
                  <a:pt x="1568032" y="453396"/>
                  <a:pt x="1528498" y="444456"/>
                </a:cubicBezTo>
                <a:lnTo>
                  <a:pt x="1499099" y="440185"/>
                </a:lnTo>
                <a:lnTo>
                  <a:pt x="1489542" y="365939"/>
                </a:lnTo>
                <a:cubicBezTo>
                  <a:pt x="1434977" y="157098"/>
                  <a:pt x="1199041" y="0"/>
                  <a:pt x="916256" y="0"/>
                </a:cubicBezTo>
                <a:cubicBezTo>
                  <a:pt x="633471" y="0"/>
                  <a:pt x="397535" y="157098"/>
                  <a:pt x="342970" y="365939"/>
                </a:cubicBezTo>
                <a:lnTo>
                  <a:pt x="333413" y="440185"/>
                </a:lnTo>
                <a:lnTo>
                  <a:pt x="304014" y="444456"/>
                </a:lnTo>
                <a:cubicBezTo>
                  <a:pt x="264480" y="453396"/>
                  <a:pt x="224300" y="468917"/>
                  <a:pt x="185613" y="491253"/>
                </a:cubicBezTo>
                <a:cubicBezTo>
                  <a:pt x="30865" y="580596"/>
                  <a:pt x="-41390" y="745155"/>
                  <a:pt x="24226" y="858806"/>
                </a:cubicBezTo>
                <a:cubicBezTo>
                  <a:pt x="65236" y="929837"/>
                  <a:pt x="150396" y="964171"/>
                  <a:pt x="246279" y="958120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rot="8100000" flipH="1">
            <a:off x="2537646" y="2809232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 rot="21164759">
            <a:off x="2461745" y="3442020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 rot="435241" flipH="1">
            <a:off x="3905588" y="3428623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4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90935" y="3096214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 rot="8100000" flipH="1">
            <a:off x="4941957" y="24434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 flipV="1">
            <a:off x="5613695" y="316181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rot="21164759">
            <a:off x="4866056" y="3076261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435241" flipH="1">
            <a:off x="6309899" y="3062864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83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90935" y="3096214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 rot="8100000" flipH="1">
            <a:off x="4941957" y="24434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16181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rot="21164759">
            <a:off x="4866056" y="3076261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435241" flipH="1">
            <a:off x="6309899" y="3062864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78" y="2750321"/>
            <a:ext cx="226494" cy="29839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8630" y="2750321"/>
            <a:ext cx="226494" cy="2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Display 32"/>
          <p:cNvSpPr/>
          <p:nvPr/>
        </p:nvSpPr>
        <p:spPr>
          <a:xfrm rot="16200000">
            <a:off x="5290935" y="3096214"/>
            <a:ext cx="836020" cy="619274"/>
          </a:xfrm>
          <a:prstGeom prst="flowChartDisplay">
            <a:avLst/>
          </a:prstGeom>
          <a:pattFill prst="wdDnDiag">
            <a:fgClr>
              <a:srgbClr val="FF7F50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rot="10800000" flipH="1">
            <a:off x="5089001" y="2470204"/>
            <a:ext cx="1239886" cy="916606"/>
          </a:xfrm>
          <a:custGeom>
            <a:avLst/>
            <a:gdLst>
              <a:gd name="connsiteX0" fmla="*/ 619943 w 1239886"/>
              <a:gd name="connsiteY0" fmla="*/ 916606 h 916606"/>
              <a:gd name="connsiteX1" fmla="*/ 847720 w 1239886"/>
              <a:gd name="connsiteY1" fmla="*/ 880590 h 916606"/>
              <a:gd name="connsiteX2" fmla="*/ 903561 w 1239886"/>
              <a:gd name="connsiteY2" fmla="*/ 856852 h 916606"/>
              <a:gd name="connsiteX3" fmla="*/ 924049 w 1239886"/>
              <a:gd name="connsiteY3" fmla="*/ 860748 h 916606"/>
              <a:gd name="connsiteX4" fmla="*/ 1233833 w 1239886"/>
              <a:gd name="connsiteY4" fmla="*/ 702752 h 916606"/>
              <a:gd name="connsiteX5" fmla="*/ 1214845 w 1239886"/>
              <a:gd name="connsiteY5" fmla="*/ 560124 h 916606"/>
              <a:gd name="connsiteX6" fmla="*/ 1195750 w 1239886"/>
              <a:gd name="connsiteY6" fmla="*/ 531085 h 916606"/>
              <a:gd name="connsiteX7" fmla="*/ 1205118 w 1239886"/>
              <a:gd name="connsiteY7" fmla="*/ 458303 h 916606"/>
              <a:gd name="connsiteX8" fmla="*/ 619943 w 1239886"/>
              <a:gd name="connsiteY8" fmla="*/ 0 h 916606"/>
              <a:gd name="connsiteX9" fmla="*/ 34768 w 1239886"/>
              <a:gd name="connsiteY9" fmla="*/ 458303 h 916606"/>
              <a:gd name="connsiteX10" fmla="*/ 44136 w 1239886"/>
              <a:gd name="connsiteY10" fmla="*/ 531084 h 916606"/>
              <a:gd name="connsiteX11" fmla="*/ 25041 w 1239886"/>
              <a:gd name="connsiteY11" fmla="*/ 560124 h 916606"/>
              <a:gd name="connsiteX12" fmla="*/ 6053 w 1239886"/>
              <a:gd name="connsiteY12" fmla="*/ 702752 h 916606"/>
              <a:gd name="connsiteX13" fmla="*/ 315838 w 1239886"/>
              <a:gd name="connsiteY13" fmla="*/ 860747 h 916606"/>
              <a:gd name="connsiteX14" fmla="*/ 336324 w 1239886"/>
              <a:gd name="connsiteY14" fmla="*/ 856852 h 916606"/>
              <a:gd name="connsiteX15" fmla="*/ 392167 w 1239886"/>
              <a:gd name="connsiteY15" fmla="*/ 880590 h 916606"/>
              <a:gd name="connsiteX16" fmla="*/ 619943 w 1239886"/>
              <a:gd name="connsiteY16" fmla="*/ 916606 h 916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39886" h="916606">
                <a:moveTo>
                  <a:pt x="619943" y="916606"/>
                </a:moveTo>
                <a:cubicBezTo>
                  <a:pt x="700739" y="916606"/>
                  <a:pt x="777710" y="903782"/>
                  <a:pt x="847720" y="880590"/>
                </a:cubicBezTo>
                <a:lnTo>
                  <a:pt x="903561" y="856852"/>
                </a:lnTo>
                <a:lnTo>
                  <a:pt x="924049" y="860748"/>
                </a:lnTo>
                <a:cubicBezTo>
                  <a:pt x="1072192" y="877504"/>
                  <a:pt x="1204113" y="813668"/>
                  <a:pt x="1233833" y="702752"/>
                </a:cubicBezTo>
                <a:cubicBezTo>
                  <a:pt x="1246570" y="655217"/>
                  <a:pt x="1238726" y="605785"/>
                  <a:pt x="1214845" y="560124"/>
                </a:cubicBezTo>
                <a:lnTo>
                  <a:pt x="1195750" y="531085"/>
                </a:lnTo>
                <a:lnTo>
                  <a:pt x="1205118" y="458303"/>
                </a:lnTo>
                <a:cubicBezTo>
                  <a:pt x="1205118" y="205189"/>
                  <a:pt x="943126" y="0"/>
                  <a:pt x="619943" y="0"/>
                </a:cubicBezTo>
                <a:cubicBezTo>
                  <a:pt x="296760" y="0"/>
                  <a:pt x="34768" y="205189"/>
                  <a:pt x="34768" y="458303"/>
                </a:cubicBezTo>
                <a:lnTo>
                  <a:pt x="44136" y="531084"/>
                </a:lnTo>
                <a:lnTo>
                  <a:pt x="25041" y="560124"/>
                </a:lnTo>
                <a:cubicBezTo>
                  <a:pt x="1160" y="605784"/>
                  <a:pt x="-6684" y="655217"/>
                  <a:pt x="6053" y="702752"/>
                </a:cubicBezTo>
                <a:cubicBezTo>
                  <a:pt x="35774" y="813667"/>
                  <a:pt x="167694" y="877503"/>
                  <a:pt x="315838" y="860747"/>
                </a:cubicBezTo>
                <a:lnTo>
                  <a:pt x="336324" y="856852"/>
                </a:lnTo>
                <a:lnTo>
                  <a:pt x="392167" y="880590"/>
                </a:lnTo>
                <a:cubicBezTo>
                  <a:pt x="462176" y="903782"/>
                  <a:pt x="539148" y="916606"/>
                  <a:pt x="619943" y="916606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16181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  <p:pic>
        <p:nvPicPr>
          <p:cNvPr id="14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52" y="320271"/>
            <a:ext cx="3565526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6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rot="10800000" flipH="1" flipV="1">
            <a:off x="5184730" y="2881427"/>
            <a:ext cx="1048430" cy="855578"/>
          </a:xfrm>
          <a:custGeom>
            <a:avLst/>
            <a:gdLst>
              <a:gd name="connsiteX0" fmla="*/ 277743 w 1185586"/>
              <a:gd name="connsiteY0" fmla="*/ 1007364 h 1007364"/>
              <a:gd name="connsiteX1" fmla="*/ 325263 w 1185586"/>
              <a:gd name="connsiteY1" fmla="*/ 969811 h 1007364"/>
              <a:gd name="connsiteX2" fmla="*/ 592793 w 1185586"/>
              <a:gd name="connsiteY2" fmla="*/ 891540 h 1007364"/>
              <a:gd name="connsiteX3" fmla="*/ 860324 w 1185586"/>
              <a:gd name="connsiteY3" fmla="*/ 969811 h 1007364"/>
              <a:gd name="connsiteX4" fmla="*/ 907843 w 1185586"/>
              <a:gd name="connsiteY4" fmla="*/ 1007364 h 1007364"/>
              <a:gd name="connsiteX5" fmla="*/ 924230 w 1185586"/>
              <a:gd name="connsiteY5" fmla="*/ 1002401 h 1007364"/>
              <a:gd name="connsiteX6" fmla="*/ 1185586 w 1185586"/>
              <a:gd name="connsiteY6" fmla="*/ 728118 h 1007364"/>
              <a:gd name="connsiteX7" fmla="*/ 1084347 w 1185586"/>
              <a:gd name="connsiteY7" fmla="*/ 543179 h 1007364"/>
              <a:gd name="connsiteX8" fmla="*/ 1063815 w 1185586"/>
              <a:gd name="connsiteY8" fmla="*/ 529294 h 1007364"/>
              <a:gd name="connsiteX9" fmla="*/ 1071287 w 1185586"/>
              <a:gd name="connsiteY9" fmla="*/ 458303 h 1007364"/>
              <a:gd name="connsiteX10" fmla="*/ 592793 w 1185586"/>
              <a:gd name="connsiteY10" fmla="*/ 0 h 1007364"/>
              <a:gd name="connsiteX11" fmla="*/ 114299 w 1185586"/>
              <a:gd name="connsiteY11" fmla="*/ 458303 h 1007364"/>
              <a:gd name="connsiteX12" fmla="*/ 121771 w 1185586"/>
              <a:gd name="connsiteY12" fmla="*/ 529294 h 1007364"/>
              <a:gd name="connsiteX13" fmla="*/ 101239 w 1185586"/>
              <a:gd name="connsiteY13" fmla="*/ 543179 h 1007364"/>
              <a:gd name="connsiteX14" fmla="*/ 0 w 1185586"/>
              <a:gd name="connsiteY14" fmla="*/ 728118 h 1007364"/>
              <a:gd name="connsiteX15" fmla="*/ 261357 w 1185586"/>
              <a:gd name="connsiteY15" fmla="*/ 1002401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85586" h="1007364">
                <a:moveTo>
                  <a:pt x="277743" y="1007364"/>
                </a:moveTo>
                <a:lnTo>
                  <a:pt x="325263" y="969811"/>
                </a:lnTo>
                <a:cubicBezTo>
                  <a:pt x="401631" y="920395"/>
                  <a:pt x="493694" y="891540"/>
                  <a:pt x="592793" y="891540"/>
                </a:cubicBezTo>
                <a:cubicBezTo>
                  <a:pt x="691893" y="891540"/>
                  <a:pt x="783956" y="920395"/>
                  <a:pt x="860324" y="969811"/>
                </a:cubicBezTo>
                <a:lnTo>
                  <a:pt x="907843" y="1007364"/>
                </a:lnTo>
                <a:lnTo>
                  <a:pt x="924230" y="1002401"/>
                </a:lnTo>
                <a:cubicBezTo>
                  <a:pt x="1081914" y="942958"/>
                  <a:pt x="1185586" y="842294"/>
                  <a:pt x="1185586" y="728118"/>
                </a:cubicBezTo>
                <a:cubicBezTo>
                  <a:pt x="1185586" y="659612"/>
                  <a:pt x="1148264" y="595971"/>
                  <a:pt x="1084347" y="543179"/>
                </a:cubicBezTo>
                <a:lnTo>
                  <a:pt x="1063815" y="529294"/>
                </a:lnTo>
                <a:lnTo>
                  <a:pt x="1071287" y="458303"/>
                </a:lnTo>
                <a:cubicBezTo>
                  <a:pt x="1071287" y="205189"/>
                  <a:pt x="857058" y="0"/>
                  <a:pt x="592793" y="0"/>
                </a:cubicBezTo>
                <a:cubicBezTo>
                  <a:pt x="328528" y="0"/>
                  <a:pt x="114299" y="205189"/>
                  <a:pt x="114299" y="458303"/>
                </a:cubicBezTo>
                <a:lnTo>
                  <a:pt x="121771" y="529294"/>
                </a:lnTo>
                <a:lnTo>
                  <a:pt x="101239" y="543179"/>
                </a:lnTo>
                <a:cubicBezTo>
                  <a:pt x="37322" y="595971"/>
                  <a:pt x="0" y="659613"/>
                  <a:pt x="0" y="728118"/>
                </a:cubicBezTo>
                <a:cubicBezTo>
                  <a:pt x="0" y="842294"/>
                  <a:pt x="103673" y="942958"/>
                  <a:pt x="261357" y="1002401"/>
                </a:cubicBezTo>
                <a:close/>
              </a:path>
            </a:pathLst>
          </a:custGeom>
          <a:pattFill prst="lgCheck">
            <a:fgClr>
              <a:srgbClr val="FF7F50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 rot="10800000" flipH="1">
            <a:off x="5116152" y="2406643"/>
            <a:ext cx="1185586" cy="1007364"/>
          </a:xfrm>
          <a:custGeom>
            <a:avLst/>
            <a:gdLst>
              <a:gd name="connsiteX0" fmla="*/ 277743 w 1185586"/>
              <a:gd name="connsiteY0" fmla="*/ 1007364 h 1007364"/>
              <a:gd name="connsiteX1" fmla="*/ 325263 w 1185586"/>
              <a:gd name="connsiteY1" fmla="*/ 969811 h 1007364"/>
              <a:gd name="connsiteX2" fmla="*/ 592793 w 1185586"/>
              <a:gd name="connsiteY2" fmla="*/ 891540 h 1007364"/>
              <a:gd name="connsiteX3" fmla="*/ 860324 w 1185586"/>
              <a:gd name="connsiteY3" fmla="*/ 969811 h 1007364"/>
              <a:gd name="connsiteX4" fmla="*/ 907843 w 1185586"/>
              <a:gd name="connsiteY4" fmla="*/ 1007364 h 1007364"/>
              <a:gd name="connsiteX5" fmla="*/ 924230 w 1185586"/>
              <a:gd name="connsiteY5" fmla="*/ 1002401 h 1007364"/>
              <a:gd name="connsiteX6" fmla="*/ 1185586 w 1185586"/>
              <a:gd name="connsiteY6" fmla="*/ 728118 h 1007364"/>
              <a:gd name="connsiteX7" fmla="*/ 1084347 w 1185586"/>
              <a:gd name="connsiteY7" fmla="*/ 543179 h 1007364"/>
              <a:gd name="connsiteX8" fmla="*/ 1063815 w 1185586"/>
              <a:gd name="connsiteY8" fmla="*/ 529294 h 1007364"/>
              <a:gd name="connsiteX9" fmla="*/ 1071287 w 1185586"/>
              <a:gd name="connsiteY9" fmla="*/ 458303 h 1007364"/>
              <a:gd name="connsiteX10" fmla="*/ 592793 w 1185586"/>
              <a:gd name="connsiteY10" fmla="*/ 0 h 1007364"/>
              <a:gd name="connsiteX11" fmla="*/ 114299 w 1185586"/>
              <a:gd name="connsiteY11" fmla="*/ 458303 h 1007364"/>
              <a:gd name="connsiteX12" fmla="*/ 121771 w 1185586"/>
              <a:gd name="connsiteY12" fmla="*/ 529294 h 1007364"/>
              <a:gd name="connsiteX13" fmla="*/ 101239 w 1185586"/>
              <a:gd name="connsiteY13" fmla="*/ 543179 h 1007364"/>
              <a:gd name="connsiteX14" fmla="*/ 0 w 1185586"/>
              <a:gd name="connsiteY14" fmla="*/ 728118 h 1007364"/>
              <a:gd name="connsiteX15" fmla="*/ 261357 w 1185586"/>
              <a:gd name="connsiteY15" fmla="*/ 1002401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85586" h="1007364">
                <a:moveTo>
                  <a:pt x="277743" y="1007364"/>
                </a:moveTo>
                <a:lnTo>
                  <a:pt x="325263" y="969811"/>
                </a:lnTo>
                <a:cubicBezTo>
                  <a:pt x="401631" y="920395"/>
                  <a:pt x="493694" y="891540"/>
                  <a:pt x="592793" y="891540"/>
                </a:cubicBezTo>
                <a:cubicBezTo>
                  <a:pt x="691893" y="891540"/>
                  <a:pt x="783956" y="920395"/>
                  <a:pt x="860324" y="969811"/>
                </a:cubicBezTo>
                <a:lnTo>
                  <a:pt x="907843" y="1007364"/>
                </a:lnTo>
                <a:lnTo>
                  <a:pt x="924230" y="1002401"/>
                </a:lnTo>
                <a:cubicBezTo>
                  <a:pt x="1081914" y="942958"/>
                  <a:pt x="1185586" y="842294"/>
                  <a:pt x="1185586" y="728118"/>
                </a:cubicBezTo>
                <a:cubicBezTo>
                  <a:pt x="1185586" y="659612"/>
                  <a:pt x="1148264" y="595971"/>
                  <a:pt x="1084347" y="543179"/>
                </a:cubicBezTo>
                <a:lnTo>
                  <a:pt x="1063815" y="529294"/>
                </a:lnTo>
                <a:lnTo>
                  <a:pt x="1071287" y="458303"/>
                </a:lnTo>
                <a:cubicBezTo>
                  <a:pt x="1071287" y="205189"/>
                  <a:pt x="857058" y="0"/>
                  <a:pt x="592793" y="0"/>
                </a:cubicBezTo>
                <a:cubicBezTo>
                  <a:pt x="328528" y="0"/>
                  <a:pt x="114299" y="205189"/>
                  <a:pt x="114299" y="458303"/>
                </a:cubicBezTo>
                <a:lnTo>
                  <a:pt x="121771" y="529294"/>
                </a:lnTo>
                <a:lnTo>
                  <a:pt x="101239" y="543179"/>
                </a:lnTo>
                <a:cubicBezTo>
                  <a:pt x="37322" y="595971"/>
                  <a:pt x="0" y="659613"/>
                  <a:pt x="0" y="728118"/>
                </a:cubicBezTo>
                <a:cubicBezTo>
                  <a:pt x="0" y="842294"/>
                  <a:pt x="103673" y="942958"/>
                  <a:pt x="261357" y="1002401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161812"/>
            <a:ext cx="190500" cy="28611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8611">
                <a:moveTo>
                  <a:pt x="0" y="0"/>
                </a:moveTo>
                <a:cubicBezTo>
                  <a:pt x="29368" y="13890"/>
                  <a:pt x="58737" y="27781"/>
                  <a:pt x="90487" y="28575"/>
                </a:cubicBezTo>
                <a:cubicBezTo>
                  <a:pt x="122237" y="29369"/>
                  <a:pt x="156368" y="17065"/>
                  <a:pt x="190500" y="4762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81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rot="10800000" flipH="1" flipV="1">
            <a:off x="5184730" y="2881427"/>
            <a:ext cx="1048430" cy="855578"/>
          </a:xfrm>
          <a:custGeom>
            <a:avLst/>
            <a:gdLst>
              <a:gd name="connsiteX0" fmla="*/ 277743 w 1185586"/>
              <a:gd name="connsiteY0" fmla="*/ 1007364 h 1007364"/>
              <a:gd name="connsiteX1" fmla="*/ 325263 w 1185586"/>
              <a:gd name="connsiteY1" fmla="*/ 969811 h 1007364"/>
              <a:gd name="connsiteX2" fmla="*/ 592793 w 1185586"/>
              <a:gd name="connsiteY2" fmla="*/ 891540 h 1007364"/>
              <a:gd name="connsiteX3" fmla="*/ 860324 w 1185586"/>
              <a:gd name="connsiteY3" fmla="*/ 969811 h 1007364"/>
              <a:gd name="connsiteX4" fmla="*/ 907843 w 1185586"/>
              <a:gd name="connsiteY4" fmla="*/ 1007364 h 1007364"/>
              <a:gd name="connsiteX5" fmla="*/ 924230 w 1185586"/>
              <a:gd name="connsiteY5" fmla="*/ 1002401 h 1007364"/>
              <a:gd name="connsiteX6" fmla="*/ 1185586 w 1185586"/>
              <a:gd name="connsiteY6" fmla="*/ 728118 h 1007364"/>
              <a:gd name="connsiteX7" fmla="*/ 1084347 w 1185586"/>
              <a:gd name="connsiteY7" fmla="*/ 543179 h 1007364"/>
              <a:gd name="connsiteX8" fmla="*/ 1063815 w 1185586"/>
              <a:gd name="connsiteY8" fmla="*/ 529294 h 1007364"/>
              <a:gd name="connsiteX9" fmla="*/ 1071287 w 1185586"/>
              <a:gd name="connsiteY9" fmla="*/ 458303 h 1007364"/>
              <a:gd name="connsiteX10" fmla="*/ 592793 w 1185586"/>
              <a:gd name="connsiteY10" fmla="*/ 0 h 1007364"/>
              <a:gd name="connsiteX11" fmla="*/ 114299 w 1185586"/>
              <a:gd name="connsiteY11" fmla="*/ 458303 h 1007364"/>
              <a:gd name="connsiteX12" fmla="*/ 121771 w 1185586"/>
              <a:gd name="connsiteY12" fmla="*/ 529294 h 1007364"/>
              <a:gd name="connsiteX13" fmla="*/ 101239 w 1185586"/>
              <a:gd name="connsiteY13" fmla="*/ 543179 h 1007364"/>
              <a:gd name="connsiteX14" fmla="*/ 0 w 1185586"/>
              <a:gd name="connsiteY14" fmla="*/ 728118 h 1007364"/>
              <a:gd name="connsiteX15" fmla="*/ 261357 w 1185586"/>
              <a:gd name="connsiteY15" fmla="*/ 1002401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85586" h="1007364">
                <a:moveTo>
                  <a:pt x="277743" y="1007364"/>
                </a:moveTo>
                <a:lnTo>
                  <a:pt x="325263" y="969811"/>
                </a:lnTo>
                <a:cubicBezTo>
                  <a:pt x="401631" y="920395"/>
                  <a:pt x="493694" y="891540"/>
                  <a:pt x="592793" y="891540"/>
                </a:cubicBezTo>
                <a:cubicBezTo>
                  <a:pt x="691893" y="891540"/>
                  <a:pt x="783956" y="920395"/>
                  <a:pt x="860324" y="969811"/>
                </a:cubicBezTo>
                <a:lnTo>
                  <a:pt x="907843" y="1007364"/>
                </a:lnTo>
                <a:lnTo>
                  <a:pt x="924230" y="1002401"/>
                </a:lnTo>
                <a:cubicBezTo>
                  <a:pt x="1081914" y="942958"/>
                  <a:pt x="1185586" y="842294"/>
                  <a:pt x="1185586" y="728118"/>
                </a:cubicBezTo>
                <a:cubicBezTo>
                  <a:pt x="1185586" y="659612"/>
                  <a:pt x="1148264" y="595971"/>
                  <a:pt x="1084347" y="543179"/>
                </a:cubicBezTo>
                <a:lnTo>
                  <a:pt x="1063815" y="529294"/>
                </a:lnTo>
                <a:lnTo>
                  <a:pt x="1071287" y="458303"/>
                </a:lnTo>
                <a:cubicBezTo>
                  <a:pt x="1071287" y="205189"/>
                  <a:pt x="857058" y="0"/>
                  <a:pt x="592793" y="0"/>
                </a:cubicBezTo>
                <a:cubicBezTo>
                  <a:pt x="328528" y="0"/>
                  <a:pt x="114299" y="205189"/>
                  <a:pt x="114299" y="458303"/>
                </a:cubicBezTo>
                <a:lnTo>
                  <a:pt x="121771" y="529294"/>
                </a:lnTo>
                <a:lnTo>
                  <a:pt x="101239" y="543179"/>
                </a:lnTo>
                <a:cubicBezTo>
                  <a:pt x="37322" y="595971"/>
                  <a:pt x="0" y="659613"/>
                  <a:pt x="0" y="728118"/>
                </a:cubicBezTo>
                <a:cubicBezTo>
                  <a:pt x="0" y="842294"/>
                  <a:pt x="103673" y="942958"/>
                  <a:pt x="261357" y="1002401"/>
                </a:cubicBezTo>
                <a:close/>
              </a:path>
            </a:pathLst>
          </a:custGeom>
          <a:pattFill prst="lgCheck">
            <a:fgClr>
              <a:srgbClr val="FF7F50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rot="5400000" flipH="1">
            <a:off x="5151137" y="2453944"/>
            <a:ext cx="1115616" cy="1007364"/>
          </a:xfrm>
          <a:custGeom>
            <a:avLst/>
            <a:gdLst>
              <a:gd name="connsiteX0" fmla="*/ 1115616 w 1115616"/>
              <a:gd name="connsiteY0" fmla="*/ 709456 h 1007364"/>
              <a:gd name="connsiteX1" fmla="*/ 948986 w 1115616"/>
              <a:gd name="connsiteY1" fmla="*/ 0 h 1007364"/>
              <a:gd name="connsiteX2" fmla="*/ 236600 w 1115616"/>
              <a:gd name="connsiteY2" fmla="*/ 0 h 1007364"/>
              <a:gd name="connsiteX3" fmla="*/ 0 w 1115616"/>
              <a:gd name="connsiteY3" fmla="*/ 1007364 h 1007364"/>
              <a:gd name="connsiteX4" fmla="*/ 943619 w 1115616"/>
              <a:gd name="connsiteY4" fmla="*/ 1007364 h 100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616" h="1007364">
                <a:moveTo>
                  <a:pt x="1115616" y="709456"/>
                </a:moveTo>
                <a:lnTo>
                  <a:pt x="948986" y="0"/>
                </a:lnTo>
                <a:lnTo>
                  <a:pt x="236600" y="0"/>
                </a:lnTo>
                <a:lnTo>
                  <a:pt x="0" y="1007364"/>
                </a:lnTo>
                <a:lnTo>
                  <a:pt x="943619" y="1007364"/>
                </a:ln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13" y="2736683"/>
            <a:ext cx="266004" cy="3472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97399" y="2729640"/>
            <a:ext cx="266004" cy="347284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5579952" y="3120569"/>
            <a:ext cx="257986" cy="101098"/>
          </a:xfrm>
          <a:custGeom>
            <a:avLst/>
            <a:gdLst>
              <a:gd name="connsiteX0" fmla="*/ 0 w 670614"/>
              <a:gd name="connsiteY0" fmla="*/ 0 h 262794"/>
              <a:gd name="connsiteX1" fmla="*/ 15843 w 670614"/>
              <a:gd name="connsiteY1" fmla="*/ 16406 h 262794"/>
              <a:gd name="connsiteX2" fmla="*/ 335307 w 670614"/>
              <a:gd name="connsiteY2" fmla="*/ 84469 h 262794"/>
              <a:gd name="connsiteX3" fmla="*/ 654771 w 670614"/>
              <a:gd name="connsiteY3" fmla="*/ 16406 h 262794"/>
              <a:gd name="connsiteX4" fmla="*/ 670614 w 670614"/>
              <a:gd name="connsiteY4" fmla="*/ 0 h 262794"/>
              <a:gd name="connsiteX5" fmla="*/ 654771 w 670614"/>
              <a:gd name="connsiteY5" fmla="*/ 51040 h 262794"/>
              <a:gd name="connsiteX6" fmla="*/ 335307 w 670614"/>
              <a:gd name="connsiteY6" fmla="*/ 262794 h 262794"/>
              <a:gd name="connsiteX7" fmla="*/ 15843 w 670614"/>
              <a:gd name="connsiteY7" fmla="*/ 51040 h 26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0614" h="262794">
                <a:moveTo>
                  <a:pt x="0" y="0"/>
                </a:moveTo>
                <a:lnTo>
                  <a:pt x="15843" y="16406"/>
                </a:lnTo>
                <a:cubicBezTo>
                  <a:pt x="68477" y="56404"/>
                  <a:pt x="191695" y="84469"/>
                  <a:pt x="335307" y="84469"/>
                </a:cubicBezTo>
                <a:cubicBezTo>
                  <a:pt x="478919" y="84469"/>
                  <a:pt x="602138" y="56404"/>
                  <a:pt x="654771" y="16406"/>
                </a:cubicBezTo>
                <a:lnTo>
                  <a:pt x="670614" y="0"/>
                </a:lnTo>
                <a:lnTo>
                  <a:pt x="654771" y="51040"/>
                </a:lnTo>
                <a:cubicBezTo>
                  <a:pt x="602138" y="175479"/>
                  <a:pt x="478919" y="262794"/>
                  <a:pt x="335307" y="262794"/>
                </a:cubicBezTo>
                <a:cubicBezTo>
                  <a:pt x="191695" y="262794"/>
                  <a:pt x="68477" y="175479"/>
                  <a:pt x="15843" y="51040"/>
                </a:cubicBez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0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rot="10800000" flipH="1" flipV="1">
            <a:off x="5321890" y="3043709"/>
            <a:ext cx="774110" cy="693295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C1A1B29-1327-4F50-9311-BB2A4AE815CC}"/>
              </a:ext>
            </a:extLst>
          </p:cNvPr>
          <p:cNvSpPr/>
          <p:nvPr/>
        </p:nvSpPr>
        <p:spPr>
          <a:xfrm rot="5400000" flipH="1">
            <a:off x="5144299" y="2227627"/>
            <a:ext cx="1202773" cy="1126272"/>
          </a:xfrm>
          <a:custGeom>
            <a:avLst/>
            <a:gdLst>
              <a:gd name="connsiteX0" fmla="*/ 1202773 w 1202773"/>
              <a:gd name="connsiteY0" fmla="*/ 728767 h 1126272"/>
              <a:gd name="connsiteX1" fmla="*/ 1038548 w 1202773"/>
              <a:gd name="connsiteY1" fmla="*/ 715437 h 1126272"/>
              <a:gd name="connsiteX2" fmla="*/ 916083 w 1202773"/>
              <a:gd name="connsiteY2" fmla="*/ 718869 h 1126272"/>
              <a:gd name="connsiteX3" fmla="*/ 921204 w 1202773"/>
              <a:gd name="connsiteY3" fmla="*/ 701386 h 1126272"/>
              <a:gd name="connsiteX4" fmla="*/ 923159 w 1202773"/>
              <a:gd name="connsiteY4" fmla="*/ 681732 h 1126272"/>
              <a:gd name="connsiteX5" fmla="*/ 927495 w 1202773"/>
              <a:gd name="connsiteY5" fmla="*/ 679423 h 1126272"/>
              <a:gd name="connsiteX6" fmla="*/ 1158485 w 1202773"/>
              <a:gd name="connsiteY6" fmla="*/ 587060 h 1126272"/>
              <a:gd name="connsiteX7" fmla="*/ 994664 w 1202773"/>
              <a:gd name="connsiteY7" fmla="*/ 604672 h 1126272"/>
              <a:gd name="connsiteX8" fmla="*/ 929396 w 1202773"/>
              <a:gd name="connsiteY8" fmla="*/ 619000 h 1126272"/>
              <a:gd name="connsiteX9" fmla="*/ 931297 w 1202773"/>
              <a:gd name="connsiteY9" fmla="*/ 599876 h 1126272"/>
              <a:gd name="connsiteX10" fmla="*/ 927478 w 1202773"/>
              <a:gd name="connsiteY10" fmla="*/ 561469 h 1126272"/>
              <a:gd name="connsiteX11" fmla="*/ 1025789 w 1202773"/>
              <a:gd name="connsiteY11" fmla="*/ 508324 h 1126272"/>
              <a:gd name="connsiteX12" fmla="*/ 1161347 w 1202773"/>
              <a:gd name="connsiteY12" fmla="*/ 414667 h 1126272"/>
              <a:gd name="connsiteX13" fmla="*/ 926103 w 1202773"/>
              <a:gd name="connsiteY13" fmla="*/ 495587 h 1126272"/>
              <a:gd name="connsiteX14" fmla="*/ 920725 w 1202773"/>
              <a:gd name="connsiteY14" fmla="*/ 496802 h 1126272"/>
              <a:gd name="connsiteX15" fmla="*/ 907243 w 1202773"/>
              <a:gd name="connsiteY15" fmla="*/ 452763 h 1126272"/>
              <a:gd name="connsiteX16" fmla="*/ 1040924 w 1202773"/>
              <a:gd name="connsiteY16" fmla="*/ 394972 h 1126272"/>
              <a:gd name="connsiteX17" fmla="*/ 1184151 w 1202773"/>
              <a:gd name="connsiteY17" fmla="*/ 313526 h 1126272"/>
              <a:gd name="connsiteX18" fmla="*/ 942734 w 1202773"/>
              <a:gd name="connsiteY18" fmla="*/ 373569 h 1126272"/>
              <a:gd name="connsiteX19" fmla="*/ 880575 w 1202773"/>
              <a:gd name="connsiteY19" fmla="*/ 381996 h 1126272"/>
              <a:gd name="connsiteX20" fmla="*/ 867725 w 1202773"/>
              <a:gd name="connsiteY20" fmla="*/ 357992 h 1126272"/>
              <a:gd name="connsiteX21" fmla="*/ 903228 w 1202773"/>
              <a:gd name="connsiteY21" fmla="*/ 336954 h 1126272"/>
              <a:gd name="connsiteX22" fmla="*/ 1161430 w 1202773"/>
              <a:gd name="connsiteY22" fmla="*/ 137537 h 1126272"/>
              <a:gd name="connsiteX23" fmla="*/ 863765 w 1202773"/>
              <a:gd name="connsiteY23" fmla="*/ 267891 h 1126272"/>
              <a:gd name="connsiteX24" fmla="*/ 813321 w 1202773"/>
              <a:gd name="connsiteY24" fmla="*/ 277545 h 1126272"/>
              <a:gd name="connsiteX25" fmla="*/ 785795 w 1202773"/>
              <a:gd name="connsiteY25" fmla="*/ 243719 h 1126272"/>
              <a:gd name="connsiteX26" fmla="*/ 776575 w 1202773"/>
              <a:gd name="connsiteY26" fmla="*/ 236006 h 1126272"/>
              <a:gd name="connsiteX27" fmla="*/ 832906 w 1202773"/>
              <a:gd name="connsiteY27" fmla="*/ 201890 h 1126272"/>
              <a:gd name="connsiteX28" fmla="*/ 1089179 w 1202773"/>
              <a:gd name="connsiteY28" fmla="*/ 0 h 1126272"/>
              <a:gd name="connsiteX29" fmla="*/ 717474 w 1202773"/>
              <a:gd name="connsiteY29" fmla="*/ 148374 h 1126272"/>
              <a:gd name="connsiteX30" fmla="*/ 653429 w 1202773"/>
              <a:gd name="connsiteY30" fmla="*/ 149831 h 1126272"/>
              <a:gd name="connsiteX31" fmla="*/ 627890 w 1202773"/>
              <a:gd name="connsiteY31" fmla="*/ 135776 h 1126272"/>
              <a:gd name="connsiteX32" fmla="*/ 434523 w 1202773"/>
              <a:gd name="connsiteY32" fmla="*/ 96194 h 1126272"/>
              <a:gd name="connsiteX33" fmla="*/ 334406 w 1202773"/>
              <a:gd name="connsiteY33" fmla="*/ 106427 h 1126272"/>
              <a:gd name="connsiteX34" fmla="*/ 332303 w 1202773"/>
              <a:gd name="connsiteY34" fmla="*/ 107089 h 1126272"/>
              <a:gd name="connsiteX35" fmla="*/ 332303 w 1202773"/>
              <a:gd name="connsiteY35" fmla="*/ 77842 h 1126272"/>
              <a:gd name="connsiteX36" fmla="*/ 10554 w 1202773"/>
              <a:gd name="connsiteY36" fmla="*/ 239241 h 1126272"/>
              <a:gd name="connsiteX37" fmla="*/ 10554 w 1202773"/>
              <a:gd name="connsiteY37" fmla="*/ 340746 h 1126272"/>
              <a:gd name="connsiteX38" fmla="*/ 4549 w 1202773"/>
              <a:gd name="connsiteY38" fmla="*/ 351964 h 1126272"/>
              <a:gd name="connsiteX39" fmla="*/ 9376 w 1202773"/>
              <a:gd name="connsiteY39" fmla="*/ 359459 h 1126272"/>
              <a:gd name="connsiteX40" fmla="*/ 60582 w 1202773"/>
              <a:gd name="connsiteY40" fmla="*/ 592096 h 1126272"/>
              <a:gd name="connsiteX41" fmla="*/ 9376 w 1202773"/>
              <a:gd name="connsiteY41" fmla="*/ 824733 h 1126272"/>
              <a:gd name="connsiteX42" fmla="*/ 0 w 1202773"/>
              <a:gd name="connsiteY42" fmla="*/ 839291 h 1126272"/>
              <a:gd name="connsiteX43" fmla="*/ 10554 w 1202773"/>
              <a:gd name="connsiteY43" fmla="*/ 859006 h 1126272"/>
              <a:gd name="connsiteX44" fmla="*/ 10554 w 1202773"/>
              <a:gd name="connsiteY44" fmla="*/ 964873 h 1126272"/>
              <a:gd name="connsiteX45" fmla="*/ 332303 w 1202773"/>
              <a:gd name="connsiteY45" fmla="*/ 1126272 h 1126272"/>
              <a:gd name="connsiteX46" fmla="*/ 332303 w 1202773"/>
              <a:gd name="connsiteY46" fmla="*/ 1092663 h 1126272"/>
              <a:gd name="connsiteX47" fmla="*/ 334406 w 1202773"/>
              <a:gd name="connsiteY47" fmla="*/ 1093325 h 1126272"/>
              <a:gd name="connsiteX48" fmla="*/ 434523 w 1202773"/>
              <a:gd name="connsiteY48" fmla="*/ 1103558 h 1126272"/>
              <a:gd name="connsiteX49" fmla="*/ 500899 w 1202773"/>
              <a:gd name="connsiteY49" fmla="*/ 1099101 h 1126272"/>
              <a:gd name="connsiteX50" fmla="*/ 559047 w 1202773"/>
              <a:gd name="connsiteY50" fmla="*/ 1087247 h 1126272"/>
              <a:gd name="connsiteX51" fmla="*/ 559579 w 1202773"/>
              <a:gd name="connsiteY51" fmla="*/ 1092179 h 1126272"/>
              <a:gd name="connsiteX52" fmla="*/ 565701 w 1202773"/>
              <a:gd name="connsiteY52" fmla="*/ 1085735 h 1126272"/>
              <a:gd name="connsiteX53" fmla="*/ 625100 w 1202773"/>
              <a:gd name="connsiteY53" fmla="*/ 1065163 h 1126272"/>
              <a:gd name="connsiteX54" fmla="*/ 708546 w 1202773"/>
              <a:gd name="connsiteY54" fmla="*/ 1020066 h 1126272"/>
              <a:gd name="connsiteX55" fmla="*/ 731850 w 1202773"/>
              <a:gd name="connsiteY55" fmla="*/ 1000983 h 1126272"/>
              <a:gd name="connsiteX56" fmla="*/ 751899 w 1202773"/>
              <a:gd name="connsiteY56" fmla="*/ 999094 h 1126272"/>
              <a:gd name="connsiteX57" fmla="*/ 1138352 w 1202773"/>
              <a:gd name="connsiteY57" fmla="*/ 1103179 h 1126272"/>
              <a:gd name="connsiteX58" fmla="*/ 860315 w 1202773"/>
              <a:gd name="connsiteY58" fmla="*/ 932501 h 1126272"/>
              <a:gd name="connsiteX59" fmla="*/ 818351 w 1202773"/>
              <a:gd name="connsiteY59" fmla="*/ 913365 h 1126272"/>
              <a:gd name="connsiteX60" fmla="*/ 819443 w 1202773"/>
              <a:gd name="connsiteY60" fmla="*/ 911972 h 1126272"/>
              <a:gd name="connsiteX61" fmla="*/ 851262 w 1202773"/>
              <a:gd name="connsiteY61" fmla="*/ 902568 h 1126272"/>
              <a:gd name="connsiteX62" fmla="*/ 1175559 w 1202773"/>
              <a:gd name="connsiteY62" fmla="*/ 881881 h 1126272"/>
              <a:gd name="connsiteX63" fmla="*/ 1015332 w 1202773"/>
              <a:gd name="connsiteY63" fmla="*/ 843483 h 1126272"/>
              <a:gd name="connsiteX64" fmla="*/ 876603 w 1202773"/>
              <a:gd name="connsiteY64" fmla="*/ 825882 h 1126272"/>
              <a:gd name="connsiteX65" fmla="*/ 890522 w 1202773"/>
              <a:gd name="connsiteY65" fmla="*/ 797461 h 1126272"/>
              <a:gd name="connsiteX66" fmla="*/ 958586 w 1202773"/>
              <a:gd name="connsiteY66" fmla="*/ 776310 h 1126272"/>
              <a:gd name="connsiteX67" fmla="*/ 1202773 w 1202773"/>
              <a:gd name="connsiteY67" fmla="*/ 728767 h 1126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202773" h="1126272">
                <a:moveTo>
                  <a:pt x="1202773" y="728767"/>
                </a:moveTo>
                <a:cubicBezTo>
                  <a:pt x="1147439" y="720579"/>
                  <a:pt x="1092800" y="716519"/>
                  <a:pt x="1038548" y="715437"/>
                </a:cubicBezTo>
                <a:lnTo>
                  <a:pt x="916083" y="718869"/>
                </a:lnTo>
                <a:lnTo>
                  <a:pt x="921204" y="701386"/>
                </a:lnTo>
                <a:lnTo>
                  <a:pt x="923159" y="681732"/>
                </a:lnTo>
                <a:lnTo>
                  <a:pt x="927495" y="679423"/>
                </a:lnTo>
                <a:cubicBezTo>
                  <a:pt x="997628" y="646744"/>
                  <a:pt x="1075291" y="621956"/>
                  <a:pt x="1158485" y="587060"/>
                </a:cubicBezTo>
                <a:cubicBezTo>
                  <a:pt x="1102596" y="589363"/>
                  <a:pt x="1048162" y="595591"/>
                  <a:pt x="994664" y="604672"/>
                </a:cubicBezTo>
                <a:lnTo>
                  <a:pt x="929396" y="619000"/>
                </a:lnTo>
                <a:lnTo>
                  <a:pt x="931297" y="599876"/>
                </a:lnTo>
                <a:lnTo>
                  <a:pt x="927478" y="561469"/>
                </a:lnTo>
                <a:lnTo>
                  <a:pt x="1025789" y="508324"/>
                </a:lnTo>
                <a:cubicBezTo>
                  <a:pt x="1072232" y="480261"/>
                  <a:pt x="1117520" y="449425"/>
                  <a:pt x="1161347" y="414667"/>
                </a:cubicBezTo>
                <a:cubicBezTo>
                  <a:pt x="1075556" y="442577"/>
                  <a:pt x="1000556" y="474528"/>
                  <a:pt x="926103" y="495587"/>
                </a:cubicBezTo>
                <a:lnTo>
                  <a:pt x="920725" y="496802"/>
                </a:lnTo>
                <a:lnTo>
                  <a:pt x="907243" y="452763"/>
                </a:lnTo>
                <a:lnTo>
                  <a:pt x="1040924" y="394972"/>
                </a:lnTo>
                <a:cubicBezTo>
                  <a:pt x="1089642" y="371077"/>
                  <a:pt x="1137453" y="344319"/>
                  <a:pt x="1184151" y="313526"/>
                </a:cubicBezTo>
                <a:cubicBezTo>
                  <a:pt x="1096249" y="333828"/>
                  <a:pt x="1018742" y="359100"/>
                  <a:pt x="942734" y="373569"/>
                </a:cubicBezTo>
                <a:lnTo>
                  <a:pt x="880575" y="381996"/>
                </a:lnTo>
                <a:lnTo>
                  <a:pt x="867725" y="357992"/>
                </a:lnTo>
                <a:lnTo>
                  <a:pt x="903228" y="336954"/>
                </a:lnTo>
                <a:cubicBezTo>
                  <a:pt x="994497" y="279534"/>
                  <a:pt x="1081709" y="216023"/>
                  <a:pt x="1161430" y="137537"/>
                </a:cubicBezTo>
                <a:cubicBezTo>
                  <a:pt x="1051675" y="186762"/>
                  <a:pt x="961761" y="241082"/>
                  <a:pt x="863765" y="267891"/>
                </a:cubicBezTo>
                <a:lnTo>
                  <a:pt x="813321" y="277545"/>
                </a:lnTo>
                <a:lnTo>
                  <a:pt x="785795" y="243719"/>
                </a:lnTo>
                <a:lnTo>
                  <a:pt x="776575" y="236006"/>
                </a:lnTo>
                <a:lnTo>
                  <a:pt x="832906" y="201890"/>
                </a:lnTo>
                <a:cubicBezTo>
                  <a:pt x="923618" y="143595"/>
                  <a:pt x="1010216" y="79248"/>
                  <a:pt x="1089179" y="0"/>
                </a:cubicBezTo>
                <a:cubicBezTo>
                  <a:pt x="952583" y="62847"/>
                  <a:pt x="847064" y="133358"/>
                  <a:pt x="717474" y="148374"/>
                </a:cubicBezTo>
                <a:lnTo>
                  <a:pt x="653429" y="149831"/>
                </a:lnTo>
                <a:lnTo>
                  <a:pt x="627890" y="135776"/>
                </a:lnTo>
                <a:cubicBezTo>
                  <a:pt x="568457" y="110288"/>
                  <a:pt x="503113" y="96194"/>
                  <a:pt x="434523" y="96194"/>
                </a:cubicBezTo>
                <a:cubicBezTo>
                  <a:pt x="400228" y="96194"/>
                  <a:pt x="366745" y="99718"/>
                  <a:pt x="334406" y="106427"/>
                </a:cubicBezTo>
                <a:lnTo>
                  <a:pt x="332303" y="107089"/>
                </a:lnTo>
                <a:lnTo>
                  <a:pt x="332303" y="77842"/>
                </a:lnTo>
                <a:lnTo>
                  <a:pt x="10554" y="239241"/>
                </a:lnTo>
                <a:lnTo>
                  <a:pt x="10554" y="340746"/>
                </a:lnTo>
                <a:lnTo>
                  <a:pt x="4549" y="351964"/>
                </a:lnTo>
                <a:lnTo>
                  <a:pt x="9376" y="359459"/>
                </a:lnTo>
                <a:cubicBezTo>
                  <a:pt x="41014" y="418996"/>
                  <a:pt x="60582" y="501246"/>
                  <a:pt x="60582" y="592096"/>
                </a:cubicBezTo>
                <a:cubicBezTo>
                  <a:pt x="60582" y="682947"/>
                  <a:pt x="41014" y="765196"/>
                  <a:pt x="9376" y="824733"/>
                </a:cubicBezTo>
                <a:lnTo>
                  <a:pt x="0" y="839291"/>
                </a:lnTo>
                <a:lnTo>
                  <a:pt x="10554" y="859006"/>
                </a:lnTo>
                <a:lnTo>
                  <a:pt x="10554" y="964873"/>
                </a:lnTo>
                <a:lnTo>
                  <a:pt x="332303" y="1126272"/>
                </a:lnTo>
                <a:lnTo>
                  <a:pt x="332303" y="1092663"/>
                </a:lnTo>
                <a:lnTo>
                  <a:pt x="334406" y="1093325"/>
                </a:lnTo>
                <a:cubicBezTo>
                  <a:pt x="366745" y="1100035"/>
                  <a:pt x="400228" y="1103558"/>
                  <a:pt x="434523" y="1103558"/>
                </a:cubicBezTo>
                <a:cubicBezTo>
                  <a:pt x="457029" y="1103558"/>
                  <a:pt x="479186" y="1102041"/>
                  <a:pt x="500899" y="1099101"/>
                </a:cubicBezTo>
                <a:lnTo>
                  <a:pt x="559047" y="1087247"/>
                </a:lnTo>
                <a:lnTo>
                  <a:pt x="559579" y="1092179"/>
                </a:lnTo>
                <a:lnTo>
                  <a:pt x="565701" y="1085735"/>
                </a:lnTo>
                <a:lnTo>
                  <a:pt x="625100" y="1065163"/>
                </a:lnTo>
                <a:cubicBezTo>
                  <a:pt x="654442" y="1052793"/>
                  <a:pt x="682364" y="1037654"/>
                  <a:pt x="708546" y="1020066"/>
                </a:cubicBezTo>
                <a:lnTo>
                  <a:pt x="731850" y="1000983"/>
                </a:lnTo>
                <a:lnTo>
                  <a:pt x="751899" y="999094"/>
                </a:lnTo>
                <a:cubicBezTo>
                  <a:pt x="882356" y="998919"/>
                  <a:pt x="995367" y="1056664"/>
                  <a:pt x="1138352" y="1103179"/>
                </a:cubicBezTo>
                <a:cubicBezTo>
                  <a:pt x="1050698" y="1033663"/>
                  <a:pt x="957198" y="979837"/>
                  <a:pt x="860315" y="932501"/>
                </a:cubicBezTo>
                <a:lnTo>
                  <a:pt x="818351" y="913365"/>
                </a:lnTo>
                <a:lnTo>
                  <a:pt x="819443" y="911972"/>
                </a:lnTo>
                <a:lnTo>
                  <a:pt x="851262" y="902568"/>
                </a:lnTo>
                <a:cubicBezTo>
                  <a:pt x="950639" y="881445"/>
                  <a:pt x="1055452" y="888477"/>
                  <a:pt x="1175559" y="881881"/>
                </a:cubicBezTo>
                <a:cubicBezTo>
                  <a:pt x="1122140" y="865291"/>
                  <a:pt x="1068773" y="852886"/>
                  <a:pt x="1015332" y="843483"/>
                </a:cubicBezTo>
                <a:lnTo>
                  <a:pt x="876603" y="825882"/>
                </a:lnTo>
                <a:lnTo>
                  <a:pt x="890522" y="797461"/>
                </a:lnTo>
                <a:lnTo>
                  <a:pt x="958586" y="776310"/>
                </a:lnTo>
                <a:cubicBezTo>
                  <a:pt x="1033593" y="757321"/>
                  <a:pt x="1114521" y="747492"/>
                  <a:pt x="1202773" y="728767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 flipV="1">
            <a:off x="5604170" y="3152271"/>
            <a:ext cx="212725" cy="57202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  <a:gd name="connsiteX0" fmla="*/ 0 w 200025"/>
              <a:gd name="connsiteY0" fmla="*/ 0 h 47661"/>
              <a:gd name="connsiteX1" fmla="*/ 100012 w 200025"/>
              <a:gd name="connsiteY1" fmla="*/ 47625 h 47661"/>
              <a:gd name="connsiteX2" fmla="*/ 200025 w 200025"/>
              <a:gd name="connsiteY2" fmla="*/ 23812 h 47661"/>
              <a:gd name="connsiteX0" fmla="*/ 0 w 209550"/>
              <a:gd name="connsiteY0" fmla="*/ 0 h 56970"/>
              <a:gd name="connsiteX1" fmla="*/ 100012 w 209550"/>
              <a:gd name="connsiteY1" fmla="*/ 47625 h 56970"/>
              <a:gd name="connsiteX2" fmla="*/ 209550 w 209550"/>
              <a:gd name="connsiteY2" fmla="*/ 52387 h 56970"/>
              <a:gd name="connsiteX0" fmla="*/ 0 w 209550"/>
              <a:gd name="connsiteY0" fmla="*/ 0 h 52387"/>
              <a:gd name="connsiteX1" fmla="*/ 209550 w 209550"/>
              <a:gd name="connsiteY1" fmla="*/ 52387 h 52387"/>
              <a:gd name="connsiteX0" fmla="*/ 0 w 212725"/>
              <a:gd name="connsiteY0" fmla="*/ 0 h 39687"/>
              <a:gd name="connsiteX1" fmla="*/ 212725 w 212725"/>
              <a:gd name="connsiteY1" fmla="*/ 39687 h 39687"/>
              <a:gd name="connsiteX0" fmla="*/ 0 w 212725"/>
              <a:gd name="connsiteY0" fmla="*/ 0 h 47599"/>
              <a:gd name="connsiteX1" fmla="*/ 212725 w 212725"/>
              <a:gd name="connsiteY1" fmla="*/ 39687 h 47599"/>
              <a:gd name="connsiteX0" fmla="*/ 0 w 212725"/>
              <a:gd name="connsiteY0" fmla="*/ 0 h 57202"/>
              <a:gd name="connsiteX1" fmla="*/ 212725 w 212725"/>
              <a:gd name="connsiteY1" fmla="*/ 39687 h 5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725" h="57202">
                <a:moveTo>
                  <a:pt x="0" y="0"/>
                </a:moveTo>
                <a:cubicBezTo>
                  <a:pt x="80433" y="67204"/>
                  <a:pt x="122767" y="67733"/>
                  <a:pt x="212725" y="39687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5438005" y="2871542"/>
            <a:ext cx="172168" cy="172168"/>
          </a:xfrm>
          <a:custGeom>
            <a:avLst/>
            <a:gdLst>
              <a:gd name="connsiteX0" fmla="*/ 45890 w 91780"/>
              <a:gd name="connsiteY0" fmla="*/ 0 h 91780"/>
              <a:gd name="connsiteX1" fmla="*/ 48868 w 91780"/>
              <a:gd name="connsiteY1" fmla="*/ 601 h 91780"/>
              <a:gd name="connsiteX2" fmla="*/ 45890 w 91780"/>
              <a:gd name="connsiteY2" fmla="*/ 7790 h 91780"/>
              <a:gd name="connsiteX3" fmla="*/ 83990 w 91780"/>
              <a:gd name="connsiteY3" fmla="*/ 45890 h 91780"/>
              <a:gd name="connsiteX4" fmla="*/ 91179 w 91780"/>
              <a:gd name="connsiteY4" fmla="*/ 42912 h 91780"/>
              <a:gd name="connsiteX5" fmla="*/ 91780 w 91780"/>
              <a:gd name="connsiteY5" fmla="*/ 45890 h 91780"/>
              <a:gd name="connsiteX6" fmla="*/ 45890 w 91780"/>
              <a:gd name="connsiteY6" fmla="*/ 91780 h 91780"/>
              <a:gd name="connsiteX7" fmla="*/ 0 w 91780"/>
              <a:gd name="connsiteY7" fmla="*/ 45890 h 91780"/>
              <a:gd name="connsiteX8" fmla="*/ 45890 w 91780"/>
              <a:gd name="connsiteY8" fmla="*/ 0 h 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780" h="91780">
                <a:moveTo>
                  <a:pt x="45890" y="0"/>
                </a:moveTo>
                <a:lnTo>
                  <a:pt x="48868" y="601"/>
                </a:lnTo>
                <a:lnTo>
                  <a:pt x="45890" y="7790"/>
                </a:lnTo>
                <a:cubicBezTo>
                  <a:pt x="45890" y="28832"/>
                  <a:pt x="62948" y="45890"/>
                  <a:pt x="83990" y="45890"/>
                </a:cubicBezTo>
                <a:lnTo>
                  <a:pt x="91179" y="42912"/>
                </a:lnTo>
                <a:lnTo>
                  <a:pt x="91780" y="45890"/>
                </a:lnTo>
                <a:cubicBezTo>
                  <a:pt x="91780" y="71234"/>
                  <a:pt x="71234" y="91780"/>
                  <a:pt x="45890" y="91780"/>
                </a:cubicBezTo>
                <a:cubicBezTo>
                  <a:pt x="20546" y="91780"/>
                  <a:pt x="0" y="71234"/>
                  <a:pt x="0" y="45890"/>
                </a:cubicBezTo>
                <a:cubicBezTo>
                  <a:pt x="0" y="20546"/>
                  <a:pt x="20546" y="0"/>
                  <a:pt x="45890" y="0"/>
                </a:cubicBez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 flipH="1">
            <a:off x="5809532" y="2871542"/>
            <a:ext cx="172168" cy="172168"/>
          </a:xfrm>
          <a:custGeom>
            <a:avLst/>
            <a:gdLst>
              <a:gd name="connsiteX0" fmla="*/ 45890 w 91780"/>
              <a:gd name="connsiteY0" fmla="*/ 0 h 91780"/>
              <a:gd name="connsiteX1" fmla="*/ 48868 w 91780"/>
              <a:gd name="connsiteY1" fmla="*/ 601 h 91780"/>
              <a:gd name="connsiteX2" fmla="*/ 45890 w 91780"/>
              <a:gd name="connsiteY2" fmla="*/ 7790 h 91780"/>
              <a:gd name="connsiteX3" fmla="*/ 83990 w 91780"/>
              <a:gd name="connsiteY3" fmla="*/ 45890 h 91780"/>
              <a:gd name="connsiteX4" fmla="*/ 91179 w 91780"/>
              <a:gd name="connsiteY4" fmla="*/ 42912 h 91780"/>
              <a:gd name="connsiteX5" fmla="*/ 91780 w 91780"/>
              <a:gd name="connsiteY5" fmla="*/ 45890 h 91780"/>
              <a:gd name="connsiteX6" fmla="*/ 45890 w 91780"/>
              <a:gd name="connsiteY6" fmla="*/ 91780 h 91780"/>
              <a:gd name="connsiteX7" fmla="*/ 0 w 91780"/>
              <a:gd name="connsiteY7" fmla="*/ 45890 h 91780"/>
              <a:gd name="connsiteX8" fmla="*/ 45890 w 91780"/>
              <a:gd name="connsiteY8" fmla="*/ 0 h 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780" h="91780">
                <a:moveTo>
                  <a:pt x="45890" y="0"/>
                </a:moveTo>
                <a:lnTo>
                  <a:pt x="48868" y="601"/>
                </a:lnTo>
                <a:lnTo>
                  <a:pt x="45890" y="7790"/>
                </a:lnTo>
                <a:cubicBezTo>
                  <a:pt x="45890" y="28832"/>
                  <a:pt x="62948" y="45890"/>
                  <a:pt x="83990" y="45890"/>
                </a:cubicBezTo>
                <a:lnTo>
                  <a:pt x="91179" y="42912"/>
                </a:lnTo>
                <a:lnTo>
                  <a:pt x="91780" y="45890"/>
                </a:lnTo>
                <a:cubicBezTo>
                  <a:pt x="91780" y="71234"/>
                  <a:pt x="71234" y="91780"/>
                  <a:pt x="45890" y="91780"/>
                </a:cubicBezTo>
                <a:cubicBezTo>
                  <a:pt x="20546" y="91780"/>
                  <a:pt x="0" y="71234"/>
                  <a:pt x="0" y="45890"/>
                </a:cubicBezTo>
                <a:cubicBezTo>
                  <a:pt x="0" y="20546"/>
                  <a:pt x="20546" y="0"/>
                  <a:pt x="45890" y="0"/>
                </a:cubicBez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765" y="2031806"/>
            <a:ext cx="2012360" cy="201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83901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55428" y="3537783"/>
            <a:ext cx="280376" cy="355410"/>
          </a:xfrm>
          <a:prstGeom prst="ellipse">
            <a:avLst/>
          </a:pr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90935" y="3096214"/>
            <a:ext cx="836020" cy="619274"/>
          </a:xfrm>
          <a:prstGeom prst="ellipse">
            <a:avLst/>
          </a:prstGeom>
          <a:pattFill prst="lgConfetti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 rot="8100000" flipH="1">
            <a:off x="4941957" y="2443473"/>
            <a:ext cx="1533976" cy="1521532"/>
          </a:xfrm>
          <a:custGeom>
            <a:avLst/>
            <a:gdLst>
              <a:gd name="connsiteX0" fmla="*/ 511725 w 629172"/>
              <a:gd name="connsiteY0" fmla="*/ 516384 h 624069"/>
              <a:gd name="connsiteX1" fmla="*/ 594721 w 629172"/>
              <a:gd name="connsiteY1" fmla="*/ 359916 h 624069"/>
              <a:gd name="connsiteX2" fmla="*/ 594263 w 629172"/>
              <a:gd name="connsiteY2" fmla="*/ 350178 h 624069"/>
              <a:gd name="connsiteX3" fmla="*/ 601140 w 629172"/>
              <a:gd name="connsiteY3" fmla="*/ 340515 h 624069"/>
              <a:gd name="connsiteX4" fmla="*/ 629172 w 629172"/>
              <a:gd name="connsiteY4" fmla="*/ 199469 h 624069"/>
              <a:gd name="connsiteX5" fmla="*/ 533463 w 629172"/>
              <a:gd name="connsiteY5" fmla="*/ 0 h 624069"/>
              <a:gd name="connsiteX6" fmla="*/ 445275 w 629172"/>
              <a:gd name="connsiteY6" fmla="*/ 121826 h 624069"/>
              <a:gd name="connsiteX7" fmla="*/ 439295 w 629172"/>
              <a:gd name="connsiteY7" fmla="*/ 183567 h 624069"/>
              <a:gd name="connsiteX8" fmla="*/ 417340 w 629172"/>
              <a:gd name="connsiteY8" fmla="*/ 182534 h 624069"/>
              <a:gd name="connsiteX9" fmla="*/ 260871 w 629172"/>
              <a:gd name="connsiteY9" fmla="*/ 265530 h 624069"/>
              <a:gd name="connsiteX10" fmla="*/ 177876 w 629172"/>
              <a:gd name="connsiteY10" fmla="*/ 421998 h 624069"/>
              <a:gd name="connsiteX11" fmla="*/ 178472 w 629172"/>
              <a:gd name="connsiteY11" fmla="*/ 434685 h 624069"/>
              <a:gd name="connsiteX12" fmla="*/ 121827 w 629172"/>
              <a:gd name="connsiteY12" fmla="*/ 440172 h 624069"/>
              <a:gd name="connsiteX13" fmla="*/ 0 w 629172"/>
              <a:gd name="connsiteY13" fmla="*/ 528360 h 624069"/>
              <a:gd name="connsiteX14" fmla="*/ 199469 w 629172"/>
              <a:gd name="connsiteY14" fmla="*/ 624069 h 624069"/>
              <a:gd name="connsiteX15" fmla="*/ 277112 w 629172"/>
              <a:gd name="connsiteY15" fmla="*/ 616548 h 624069"/>
              <a:gd name="connsiteX16" fmla="*/ 333364 w 629172"/>
              <a:gd name="connsiteY16" fmla="*/ 598350 h 624069"/>
              <a:gd name="connsiteX17" fmla="*/ 355257 w 629172"/>
              <a:gd name="connsiteY17" fmla="*/ 599379 h 624069"/>
              <a:gd name="connsiteX18" fmla="*/ 511725 w 629172"/>
              <a:gd name="connsiteY18" fmla="*/ 516384 h 62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29172" h="624069">
                <a:moveTo>
                  <a:pt x="511725" y="516384"/>
                </a:moveTo>
                <a:cubicBezTo>
                  <a:pt x="558484" y="469626"/>
                  <a:pt x="586776" y="413256"/>
                  <a:pt x="594721" y="359916"/>
                </a:cubicBezTo>
                <a:lnTo>
                  <a:pt x="594263" y="350178"/>
                </a:lnTo>
                <a:lnTo>
                  <a:pt x="601140" y="340515"/>
                </a:lnTo>
                <a:cubicBezTo>
                  <a:pt x="618460" y="304418"/>
                  <a:pt x="629172" y="254551"/>
                  <a:pt x="629172" y="199469"/>
                </a:cubicBezTo>
                <a:cubicBezTo>
                  <a:pt x="629172" y="89305"/>
                  <a:pt x="586322" y="0"/>
                  <a:pt x="533463" y="0"/>
                </a:cubicBezTo>
                <a:cubicBezTo>
                  <a:pt x="493819" y="0"/>
                  <a:pt x="459804" y="50234"/>
                  <a:pt x="445275" y="121826"/>
                </a:cubicBezTo>
                <a:lnTo>
                  <a:pt x="439295" y="183567"/>
                </a:lnTo>
                <a:lnTo>
                  <a:pt x="417340" y="182534"/>
                </a:lnTo>
                <a:cubicBezTo>
                  <a:pt x="364000" y="190479"/>
                  <a:pt x="307629" y="218771"/>
                  <a:pt x="260871" y="265530"/>
                </a:cubicBezTo>
                <a:cubicBezTo>
                  <a:pt x="214113" y="312288"/>
                  <a:pt x="185820" y="368658"/>
                  <a:pt x="177876" y="421998"/>
                </a:cubicBezTo>
                <a:lnTo>
                  <a:pt x="178472" y="434685"/>
                </a:lnTo>
                <a:lnTo>
                  <a:pt x="121827" y="440172"/>
                </a:lnTo>
                <a:cubicBezTo>
                  <a:pt x="50234" y="454702"/>
                  <a:pt x="0" y="488716"/>
                  <a:pt x="0" y="528360"/>
                </a:cubicBezTo>
                <a:cubicBezTo>
                  <a:pt x="0" y="581219"/>
                  <a:pt x="89305" y="624069"/>
                  <a:pt x="199469" y="624069"/>
                </a:cubicBezTo>
                <a:cubicBezTo>
                  <a:pt x="227010" y="624069"/>
                  <a:pt x="253248" y="621391"/>
                  <a:pt x="277112" y="616548"/>
                </a:cubicBezTo>
                <a:lnTo>
                  <a:pt x="333364" y="598350"/>
                </a:lnTo>
                <a:lnTo>
                  <a:pt x="355257" y="599379"/>
                </a:lnTo>
                <a:cubicBezTo>
                  <a:pt x="408597" y="591435"/>
                  <a:pt x="464967" y="563142"/>
                  <a:pt x="511725" y="516384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613695" y="3161812"/>
            <a:ext cx="190500" cy="13859"/>
          </a:xfrm>
          <a:custGeom>
            <a:avLst/>
            <a:gdLst>
              <a:gd name="connsiteX0" fmla="*/ 0 w 190500"/>
              <a:gd name="connsiteY0" fmla="*/ 0 h 28611"/>
              <a:gd name="connsiteX1" fmla="*/ 90487 w 190500"/>
              <a:gd name="connsiteY1" fmla="*/ 28575 h 28611"/>
              <a:gd name="connsiteX2" fmla="*/ 190500 w 190500"/>
              <a:gd name="connsiteY2" fmla="*/ 4762 h 28611"/>
              <a:gd name="connsiteX0" fmla="*/ 0 w 190500"/>
              <a:gd name="connsiteY0" fmla="*/ 0 h 4762"/>
              <a:gd name="connsiteX1" fmla="*/ 190500 w 190500"/>
              <a:gd name="connsiteY1" fmla="*/ 4762 h 4762"/>
              <a:gd name="connsiteX0" fmla="*/ 0 w 10000"/>
              <a:gd name="connsiteY0" fmla="*/ 0 h 24647"/>
              <a:gd name="connsiteX1" fmla="*/ 10000 w 10000"/>
              <a:gd name="connsiteY1" fmla="*/ 10000 h 24647"/>
              <a:gd name="connsiteX0" fmla="*/ 0 w 10000"/>
              <a:gd name="connsiteY0" fmla="*/ 0 h 29103"/>
              <a:gd name="connsiteX1" fmla="*/ 10000 w 10000"/>
              <a:gd name="connsiteY1" fmla="*/ 10000 h 29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29103">
                <a:moveTo>
                  <a:pt x="0" y="0"/>
                </a:moveTo>
                <a:cubicBezTo>
                  <a:pt x="3333" y="23335"/>
                  <a:pt x="6167" y="46672"/>
                  <a:pt x="10000" y="10000"/>
                </a:cubicBezTo>
              </a:path>
            </a:pathLst>
          </a:custGeom>
          <a:noFill/>
          <a:ln w="38100" cap="rnd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rot="21164759">
            <a:off x="4866056" y="3076261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435241" flipH="1">
            <a:off x="6309899" y="3062864"/>
            <a:ext cx="239899" cy="197895"/>
          </a:xfrm>
          <a:custGeom>
            <a:avLst/>
            <a:gdLst>
              <a:gd name="connsiteX0" fmla="*/ 87499 w 239899"/>
              <a:gd name="connsiteY0" fmla="*/ 0 h 197895"/>
              <a:gd name="connsiteX1" fmla="*/ 6537 w 239899"/>
              <a:gd name="connsiteY1" fmla="*/ 190500 h 197895"/>
              <a:gd name="connsiteX2" fmla="*/ 239899 w 239899"/>
              <a:gd name="connsiteY2" fmla="*/ 161925 h 197895"/>
              <a:gd name="connsiteX3" fmla="*/ 239899 w 239899"/>
              <a:gd name="connsiteY3" fmla="*/ 161925 h 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9" h="197895">
                <a:moveTo>
                  <a:pt x="87499" y="0"/>
                </a:moveTo>
                <a:cubicBezTo>
                  <a:pt x="34318" y="81756"/>
                  <a:pt x="-18863" y="163513"/>
                  <a:pt x="6537" y="190500"/>
                </a:cubicBezTo>
                <a:cubicBezTo>
                  <a:pt x="31937" y="217488"/>
                  <a:pt x="239899" y="161925"/>
                  <a:pt x="239899" y="161925"/>
                </a:cubicBezTo>
                <a:lnTo>
                  <a:pt x="239899" y="161925"/>
                </a:lnTo>
              </a:path>
            </a:pathLst>
          </a:custGeom>
          <a:noFill/>
          <a:ln w="5715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5758695" y="2962655"/>
            <a:ext cx="147737" cy="14710"/>
          </a:xfrm>
          <a:custGeom>
            <a:avLst/>
            <a:gdLst>
              <a:gd name="connsiteX0" fmla="*/ 0 w 147737"/>
              <a:gd name="connsiteY0" fmla="*/ 9525 h 14710"/>
              <a:gd name="connsiteX1" fmla="*/ 123825 w 147737"/>
              <a:gd name="connsiteY1" fmla="*/ 14288 h 14710"/>
              <a:gd name="connsiteX2" fmla="*/ 147638 w 147737"/>
              <a:gd name="connsiteY2" fmla="*/ 0 h 14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737" h="14710">
                <a:moveTo>
                  <a:pt x="0" y="9525"/>
                </a:moveTo>
                <a:cubicBezTo>
                  <a:pt x="49609" y="12700"/>
                  <a:pt x="99219" y="15875"/>
                  <a:pt x="123825" y="14288"/>
                </a:cubicBezTo>
                <a:cubicBezTo>
                  <a:pt x="148431" y="12701"/>
                  <a:pt x="148034" y="6350"/>
                  <a:pt x="147638" y="0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>
            <a:off x="5505623" y="2962655"/>
            <a:ext cx="147737" cy="14710"/>
          </a:xfrm>
          <a:custGeom>
            <a:avLst/>
            <a:gdLst>
              <a:gd name="connsiteX0" fmla="*/ 0 w 147737"/>
              <a:gd name="connsiteY0" fmla="*/ 9525 h 14710"/>
              <a:gd name="connsiteX1" fmla="*/ 123825 w 147737"/>
              <a:gd name="connsiteY1" fmla="*/ 14288 h 14710"/>
              <a:gd name="connsiteX2" fmla="*/ 147638 w 147737"/>
              <a:gd name="connsiteY2" fmla="*/ 0 h 14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737" h="14710">
                <a:moveTo>
                  <a:pt x="0" y="9525"/>
                </a:moveTo>
                <a:cubicBezTo>
                  <a:pt x="49609" y="12700"/>
                  <a:pt x="99219" y="15875"/>
                  <a:pt x="123825" y="14288"/>
                </a:cubicBezTo>
                <a:cubicBezTo>
                  <a:pt x="148431" y="12701"/>
                  <a:pt x="148034" y="6350"/>
                  <a:pt x="147638" y="0"/>
                </a:cubicBezTo>
              </a:path>
            </a:pathLst>
          </a:custGeom>
          <a:noFill/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89430" y="1656050"/>
            <a:ext cx="1234440" cy="513108"/>
          </a:xfrm>
          <a:prstGeom prst="rect">
            <a:avLst/>
          </a:prstGeom>
          <a:pattFill prst="dkVert">
            <a:fgClr>
              <a:srgbClr val="FF7F50"/>
            </a:fgClr>
            <a:bgClr>
              <a:srgbClr val="FF55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 flipV="1">
            <a:off x="9030195" y="3596101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 flipV="1">
            <a:off x="7989430" y="3596101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7989430" y="3874369"/>
            <a:ext cx="1234440" cy="544710"/>
          </a:xfrm>
          <a:prstGeom prst="roundRect">
            <a:avLst>
              <a:gd name="adj" fmla="val 32988"/>
            </a:avLst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 flipV="1">
            <a:off x="2617787" y="3166561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 flipV="1">
            <a:off x="4424123" y="3166561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/>
          <p:cNvSpPr/>
          <p:nvPr/>
        </p:nvSpPr>
        <p:spPr>
          <a:xfrm>
            <a:off x="2617787" y="4049317"/>
            <a:ext cx="193675" cy="8257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 rot="20700000">
            <a:off x="2616000" y="3949989"/>
            <a:ext cx="193675" cy="8257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 rot="900000" flipV="1">
            <a:off x="2616000" y="3662271"/>
            <a:ext cx="193675" cy="153446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 rot="20700000">
            <a:off x="4425909" y="3985957"/>
            <a:ext cx="193675" cy="8257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 rot="900000" flipV="1">
            <a:off x="4436301" y="3573595"/>
            <a:ext cx="193675" cy="8257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349500" y="3271641"/>
            <a:ext cx="2552700" cy="544710"/>
          </a:xfrm>
          <a:prstGeom prst="roundRect">
            <a:avLst>
              <a:gd name="adj" fmla="val 32988"/>
            </a:avLst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181701" y="1656050"/>
            <a:ext cx="2888297" cy="2888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349500" y="1892300"/>
            <a:ext cx="2552700" cy="1593850"/>
          </a:xfrm>
          <a:prstGeom prst="roundRect">
            <a:avLst/>
          </a:prstGeom>
          <a:solidFill>
            <a:srgbClr val="FFC482"/>
          </a:solidFill>
          <a:ln w="76200">
            <a:gradFill>
              <a:gsLst>
                <a:gs pos="96000">
                  <a:srgbClr val="FF7F50"/>
                </a:gs>
                <a:gs pos="83000">
                  <a:srgbClr val="FF7F5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385560" y="3282950"/>
            <a:ext cx="922020" cy="333375"/>
          </a:xfrm>
          <a:prstGeom prst="roundRect">
            <a:avLst/>
          </a:prstGeom>
          <a:solidFill>
            <a:srgbClr val="FFC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6385560" y="2026920"/>
            <a:ext cx="922020" cy="1546580"/>
          </a:xfrm>
          <a:custGeom>
            <a:avLst/>
            <a:gdLst>
              <a:gd name="connsiteX0" fmla="*/ 114302 w 922020"/>
              <a:gd name="connsiteY0" fmla="*/ 0 h 1546580"/>
              <a:gd name="connsiteX1" fmla="*/ 807718 w 922020"/>
              <a:gd name="connsiteY1" fmla="*/ 0 h 1546580"/>
              <a:gd name="connsiteX2" fmla="*/ 922020 w 922020"/>
              <a:gd name="connsiteY2" fmla="*/ 114302 h 1546580"/>
              <a:gd name="connsiteX3" fmla="*/ 922020 w 922020"/>
              <a:gd name="connsiteY3" fmla="*/ 571498 h 1546580"/>
              <a:gd name="connsiteX4" fmla="*/ 888542 w 922020"/>
              <a:gd name="connsiteY4" fmla="*/ 652322 h 1546580"/>
              <a:gd name="connsiteX5" fmla="*/ 879553 w 922020"/>
              <a:gd name="connsiteY5" fmla="*/ 658382 h 1546580"/>
              <a:gd name="connsiteX6" fmla="*/ 909944 w 922020"/>
              <a:gd name="connsiteY6" fmla="*/ 703457 h 1546580"/>
              <a:gd name="connsiteX7" fmla="*/ 922020 w 922020"/>
              <a:gd name="connsiteY7" fmla="*/ 763273 h 1546580"/>
              <a:gd name="connsiteX8" fmla="*/ 922020 w 922020"/>
              <a:gd name="connsiteY8" fmla="*/ 1392907 h 1546580"/>
              <a:gd name="connsiteX9" fmla="*/ 768347 w 922020"/>
              <a:gd name="connsiteY9" fmla="*/ 1546580 h 1546580"/>
              <a:gd name="connsiteX10" fmla="*/ 153673 w 922020"/>
              <a:gd name="connsiteY10" fmla="*/ 1546580 h 1546580"/>
              <a:gd name="connsiteX11" fmla="*/ 0 w 922020"/>
              <a:gd name="connsiteY11" fmla="*/ 1392907 h 1546580"/>
              <a:gd name="connsiteX12" fmla="*/ 0 w 922020"/>
              <a:gd name="connsiteY12" fmla="*/ 763273 h 1546580"/>
              <a:gd name="connsiteX13" fmla="*/ 12077 w 922020"/>
              <a:gd name="connsiteY13" fmla="*/ 703457 h 1546580"/>
              <a:gd name="connsiteX14" fmla="*/ 42467 w 922020"/>
              <a:gd name="connsiteY14" fmla="*/ 658382 h 1546580"/>
              <a:gd name="connsiteX15" fmla="*/ 33479 w 922020"/>
              <a:gd name="connsiteY15" fmla="*/ 652322 h 1546580"/>
              <a:gd name="connsiteX16" fmla="*/ 0 w 922020"/>
              <a:gd name="connsiteY16" fmla="*/ 571498 h 1546580"/>
              <a:gd name="connsiteX17" fmla="*/ 0 w 922020"/>
              <a:gd name="connsiteY17" fmla="*/ 114302 h 1546580"/>
              <a:gd name="connsiteX18" fmla="*/ 114302 w 922020"/>
              <a:gd name="connsiteY18" fmla="*/ 0 h 154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22020" h="1546580">
                <a:moveTo>
                  <a:pt x="114302" y="0"/>
                </a:moveTo>
                <a:lnTo>
                  <a:pt x="807718" y="0"/>
                </a:lnTo>
                <a:cubicBezTo>
                  <a:pt x="870845" y="0"/>
                  <a:pt x="922020" y="51175"/>
                  <a:pt x="922020" y="114302"/>
                </a:cubicBezTo>
                <a:lnTo>
                  <a:pt x="922020" y="571498"/>
                </a:lnTo>
                <a:cubicBezTo>
                  <a:pt x="922020" y="603061"/>
                  <a:pt x="909227" y="631637"/>
                  <a:pt x="888542" y="652322"/>
                </a:cubicBezTo>
                <a:lnTo>
                  <a:pt x="879553" y="658382"/>
                </a:lnTo>
                <a:lnTo>
                  <a:pt x="909944" y="703457"/>
                </a:lnTo>
                <a:cubicBezTo>
                  <a:pt x="917720" y="721842"/>
                  <a:pt x="922020" y="742055"/>
                  <a:pt x="922020" y="763273"/>
                </a:cubicBezTo>
                <a:lnTo>
                  <a:pt x="922020" y="1392907"/>
                </a:lnTo>
                <a:cubicBezTo>
                  <a:pt x="922020" y="1477778"/>
                  <a:pt x="853218" y="1546580"/>
                  <a:pt x="768347" y="1546580"/>
                </a:cubicBezTo>
                <a:lnTo>
                  <a:pt x="153673" y="1546580"/>
                </a:lnTo>
                <a:cubicBezTo>
                  <a:pt x="68802" y="1546580"/>
                  <a:pt x="0" y="1477778"/>
                  <a:pt x="0" y="1392907"/>
                </a:cubicBezTo>
                <a:lnTo>
                  <a:pt x="0" y="763273"/>
                </a:lnTo>
                <a:cubicBezTo>
                  <a:pt x="0" y="742055"/>
                  <a:pt x="4300" y="721842"/>
                  <a:pt x="12077" y="703457"/>
                </a:cubicBezTo>
                <a:lnTo>
                  <a:pt x="42467" y="658382"/>
                </a:lnTo>
                <a:lnTo>
                  <a:pt x="33479" y="652322"/>
                </a:lnTo>
                <a:cubicBezTo>
                  <a:pt x="12794" y="631637"/>
                  <a:pt x="0" y="603061"/>
                  <a:pt x="0" y="57149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7F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461760" y="2095500"/>
            <a:ext cx="769620" cy="457200"/>
          </a:xfrm>
          <a:prstGeom prst="roundRect">
            <a:avLst/>
          </a:prstGeom>
          <a:noFill/>
          <a:ln w="76200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 flipV="1">
            <a:off x="7087870" y="2877965"/>
            <a:ext cx="143510" cy="55735"/>
          </a:xfrm>
          <a:prstGeom prst="roundRect">
            <a:avLst/>
          </a:prstGeom>
          <a:solidFill>
            <a:srgbClr val="FFC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67410" y="2859724"/>
            <a:ext cx="92215" cy="92215"/>
          </a:xfrm>
          <a:prstGeom prst="ellipse">
            <a:avLst/>
          </a:prstGeom>
          <a:solidFill>
            <a:srgbClr val="FFC482"/>
          </a:solidFill>
          <a:ln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2408078" y="1892300"/>
            <a:ext cx="2422844" cy="177800"/>
          </a:xfrm>
          <a:custGeom>
            <a:avLst/>
            <a:gdLst>
              <a:gd name="connsiteX0" fmla="*/ 0 w 2552700"/>
              <a:gd name="connsiteY0" fmla="*/ 0 h 177800"/>
              <a:gd name="connsiteX1" fmla="*/ 2552700 w 2552700"/>
              <a:gd name="connsiteY1" fmla="*/ 0 h 177800"/>
              <a:gd name="connsiteX2" fmla="*/ 2552700 w 2552700"/>
              <a:gd name="connsiteY2" fmla="*/ 134620 h 177800"/>
              <a:gd name="connsiteX3" fmla="*/ 2440200 w 2552700"/>
              <a:gd name="connsiteY3" fmla="*/ 134620 h 177800"/>
              <a:gd name="connsiteX4" fmla="*/ 2450782 w 2552700"/>
              <a:gd name="connsiteY4" fmla="*/ 124461 h 177800"/>
              <a:gd name="connsiteX5" fmla="*/ 1734502 w 2552700"/>
              <a:gd name="connsiteY5" fmla="*/ 124461 h 177800"/>
              <a:gd name="connsiteX6" fmla="*/ 1889222 w 2552700"/>
              <a:gd name="connsiteY6" fmla="*/ 163547 h 177800"/>
              <a:gd name="connsiteX7" fmla="*/ 1822837 w 2552700"/>
              <a:gd name="connsiteY7" fmla="*/ 170607 h 177800"/>
              <a:gd name="connsiteX8" fmla="*/ 993775 w 2552700"/>
              <a:gd name="connsiteY8" fmla="*/ 157480 h 177800"/>
              <a:gd name="connsiteX9" fmla="*/ 993775 w 2552700"/>
              <a:gd name="connsiteY9" fmla="*/ 134620 h 177800"/>
              <a:gd name="connsiteX10" fmla="*/ 0 w 2552700"/>
              <a:gd name="connsiteY10" fmla="*/ 134620 h 177800"/>
              <a:gd name="connsiteX0" fmla="*/ 182580 w 2735280"/>
              <a:gd name="connsiteY0" fmla="*/ 0 h 177800"/>
              <a:gd name="connsiteX1" fmla="*/ 2735280 w 2735280"/>
              <a:gd name="connsiteY1" fmla="*/ 0 h 177800"/>
              <a:gd name="connsiteX2" fmla="*/ 2735280 w 2735280"/>
              <a:gd name="connsiteY2" fmla="*/ 134620 h 177800"/>
              <a:gd name="connsiteX3" fmla="*/ 2622780 w 2735280"/>
              <a:gd name="connsiteY3" fmla="*/ 134620 h 177800"/>
              <a:gd name="connsiteX4" fmla="*/ 2633362 w 2735280"/>
              <a:gd name="connsiteY4" fmla="*/ 124461 h 177800"/>
              <a:gd name="connsiteX5" fmla="*/ 1917082 w 2735280"/>
              <a:gd name="connsiteY5" fmla="*/ 124461 h 177800"/>
              <a:gd name="connsiteX6" fmla="*/ 2071802 w 2735280"/>
              <a:gd name="connsiteY6" fmla="*/ 163547 h 177800"/>
              <a:gd name="connsiteX7" fmla="*/ 2005417 w 2735280"/>
              <a:gd name="connsiteY7" fmla="*/ 170607 h 177800"/>
              <a:gd name="connsiteX8" fmla="*/ 1176355 w 2735280"/>
              <a:gd name="connsiteY8" fmla="*/ 157480 h 177800"/>
              <a:gd name="connsiteX9" fmla="*/ 1176355 w 2735280"/>
              <a:gd name="connsiteY9" fmla="*/ 134620 h 177800"/>
              <a:gd name="connsiteX10" fmla="*/ 0 w 2735280"/>
              <a:gd name="connsiteY10" fmla="*/ 156845 h 177800"/>
              <a:gd name="connsiteX11" fmla="*/ 182580 w 2735280"/>
              <a:gd name="connsiteY11" fmla="*/ 0 h 177800"/>
              <a:gd name="connsiteX0" fmla="*/ 182580 w 2902645"/>
              <a:gd name="connsiteY0" fmla="*/ 0 h 177800"/>
              <a:gd name="connsiteX1" fmla="*/ 2735280 w 2902645"/>
              <a:gd name="connsiteY1" fmla="*/ 0 h 177800"/>
              <a:gd name="connsiteX2" fmla="*/ 2902645 w 2902645"/>
              <a:gd name="connsiteY2" fmla="*/ 115570 h 177800"/>
              <a:gd name="connsiteX3" fmla="*/ 2622780 w 2902645"/>
              <a:gd name="connsiteY3" fmla="*/ 134620 h 177800"/>
              <a:gd name="connsiteX4" fmla="*/ 2633362 w 2902645"/>
              <a:gd name="connsiteY4" fmla="*/ 124461 h 177800"/>
              <a:gd name="connsiteX5" fmla="*/ 1917082 w 2902645"/>
              <a:gd name="connsiteY5" fmla="*/ 124461 h 177800"/>
              <a:gd name="connsiteX6" fmla="*/ 2071802 w 2902645"/>
              <a:gd name="connsiteY6" fmla="*/ 163547 h 177800"/>
              <a:gd name="connsiteX7" fmla="*/ 2005417 w 2902645"/>
              <a:gd name="connsiteY7" fmla="*/ 170607 h 177800"/>
              <a:gd name="connsiteX8" fmla="*/ 1176355 w 2902645"/>
              <a:gd name="connsiteY8" fmla="*/ 157480 h 177800"/>
              <a:gd name="connsiteX9" fmla="*/ 1176355 w 2902645"/>
              <a:gd name="connsiteY9" fmla="*/ 134620 h 177800"/>
              <a:gd name="connsiteX10" fmla="*/ 0 w 2902645"/>
              <a:gd name="connsiteY10" fmla="*/ 156845 h 177800"/>
              <a:gd name="connsiteX11" fmla="*/ 182580 w 2902645"/>
              <a:gd name="connsiteY11" fmla="*/ 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02645" h="177800">
                <a:moveTo>
                  <a:pt x="182580" y="0"/>
                </a:moveTo>
                <a:lnTo>
                  <a:pt x="2735280" y="0"/>
                </a:lnTo>
                <a:lnTo>
                  <a:pt x="2902645" y="115570"/>
                </a:lnTo>
                <a:lnTo>
                  <a:pt x="2622780" y="134620"/>
                </a:lnTo>
                <a:lnTo>
                  <a:pt x="2633362" y="124461"/>
                </a:lnTo>
                <a:cubicBezTo>
                  <a:pt x="2218389" y="105411"/>
                  <a:pt x="2155842" y="124461"/>
                  <a:pt x="1917082" y="124461"/>
                </a:cubicBezTo>
                <a:lnTo>
                  <a:pt x="2071802" y="163547"/>
                </a:lnTo>
                <a:lnTo>
                  <a:pt x="2005417" y="170607"/>
                </a:lnTo>
                <a:cubicBezTo>
                  <a:pt x="1720312" y="192484"/>
                  <a:pt x="1454168" y="157480"/>
                  <a:pt x="1176355" y="157480"/>
                </a:cubicBezTo>
                <a:lnTo>
                  <a:pt x="1176355" y="134620"/>
                </a:lnTo>
                <a:lnTo>
                  <a:pt x="0" y="156845"/>
                </a:lnTo>
                <a:cubicBezTo>
                  <a:pt x="0" y="111972"/>
                  <a:pt x="182580" y="44873"/>
                  <a:pt x="182580" y="0"/>
                </a:cubicBezTo>
                <a:close/>
              </a:path>
            </a:pathLst>
          </a:custGeom>
          <a:solidFill>
            <a:srgbClr val="FF7F50"/>
          </a:solidFill>
          <a:ln w="381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46337" y="2062480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/>
          <p:cNvSpPr/>
          <p:nvPr/>
        </p:nvSpPr>
        <p:spPr>
          <a:xfrm flipV="1">
            <a:off x="3375660" y="2115819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2349500" y="2269649"/>
            <a:ext cx="2552700" cy="17780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2"/>
          <p:cNvSpPr/>
          <p:nvPr/>
        </p:nvSpPr>
        <p:spPr>
          <a:xfrm>
            <a:off x="2617787" y="2407757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2"/>
          <p:cNvSpPr/>
          <p:nvPr/>
        </p:nvSpPr>
        <p:spPr>
          <a:xfrm flipV="1">
            <a:off x="3261360" y="2216310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 flipH="1">
            <a:off x="2349500" y="2599204"/>
            <a:ext cx="2552700" cy="17780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2"/>
          <p:cNvSpPr/>
          <p:nvPr/>
        </p:nvSpPr>
        <p:spPr>
          <a:xfrm flipH="1">
            <a:off x="2617787" y="2737312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2"/>
          <p:cNvSpPr/>
          <p:nvPr/>
        </p:nvSpPr>
        <p:spPr>
          <a:xfrm flipH="1" flipV="1">
            <a:off x="3261360" y="2545865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2"/>
          <p:cNvSpPr/>
          <p:nvPr/>
        </p:nvSpPr>
        <p:spPr>
          <a:xfrm flipV="1">
            <a:off x="3375660" y="2781592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2349500" y="2935422"/>
            <a:ext cx="2552700" cy="177800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52700" h="177800">
                <a:moveTo>
                  <a:pt x="0" y="0"/>
                </a:moveTo>
                <a:lnTo>
                  <a:pt x="772941" y="0"/>
                </a:lnTo>
                <a:lnTo>
                  <a:pt x="663478" y="27653"/>
                </a:lnTo>
                <a:lnTo>
                  <a:pt x="729863" y="34713"/>
                </a:lnTo>
                <a:cubicBezTo>
                  <a:pt x="1014968" y="56590"/>
                  <a:pt x="1281112" y="21586"/>
                  <a:pt x="1558925" y="21586"/>
                </a:cubicBezTo>
                <a:lnTo>
                  <a:pt x="1558925" y="0"/>
                </a:lnTo>
                <a:lnTo>
                  <a:pt x="2552700" y="0"/>
                </a:lnTo>
                <a:lnTo>
                  <a:pt x="2552700" y="134620"/>
                </a:lnTo>
                <a:lnTo>
                  <a:pt x="2440200" y="134620"/>
                </a:lnTo>
                <a:lnTo>
                  <a:pt x="2450782" y="124461"/>
                </a:lnTo>
                <a:cubicBezTo>
                  <a:pt x="2035809" y="105411"/>
                  <a:pt x="1973262" y="124461"/>
                  <a:pt x="1734502" y="124461"/>
                </a:cubicBezTo>
                <a:lnTo>
                  <a:pt x="1889222" y="163547"/>
                </a:lnTo>
                <a:lnTo>
                  <a:pt x="1822837" y="170607"/>
                </a:lnTo>
                <a:cubicBezTo>
                  <a:pt x="1537732" y="192484"/>
                  <a:pt x="1271588" y="157480"/>
                  <a:pt x="993775" y="157480"/>
                </a:cubicBezTo>
                <a:lnTo>
                  <a:pt x="993775" y="134620"/>
                </a:lnTo>
                <a:lnTo>
                  <a:pt x="0" y="134620"/>
                </a:lnTo>
                <a:close/>
              </a:path>
            </a:pathLst>
          </a:custGeom>
          <a:solidFill>
            <a:srgbClr val="FF7F50"/>
          </a:solidFill>
          <a:ln w="381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2"/>
          <p:cNvSpPr/>
          <p:nvPr/>
        </p:nvSpPr>
        <p:spPr>
          <a:xfrm>
            <a:off x="2617787" y="3073530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2"/>
          <p:cNvSpPr/>
          <p:nvPr/>
        </p:nvSpPr>
        <p:spPr>
          <a:xfrm flipV="1">
            <a:off x="3261360" y="2882083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flipH="1">
            <a:off x="2377440" y="3234497"/>
            <a:ext cx="2486660" cy="229006"/>
          </a:xfrm>
          <a:custGeom>
            <a:avLst/>
            <a:gdLst>
              <a:gd name="connsiteX0" fmla="*/ 0 w 2552700"/>
              <a:gd name="connsiteY0" fmla="*/ 0 h 177800"/>
              <a:gd name="connsiteX1" fmla="*/ 772941 w 2552700"/>
              <a:gd name="connsiteY1" fmla="*/ 0 h 177800"/>
              <a:gd name="connsiteX2" fmla="*/ 663478 w 2552700"/>
              <a:gd name="connsiteY2" fmla="*/ 27653 h 177800"/>
              <a:gd name="connsiteX3" fmla="*/ 729863 w 2552700"/>
              <a:gd name="connsiteY3" fmla="*/ 34713 h 177800"/>
              <a:gd name="connsiteX4" fmla="*/ 1558925 w 2552700"/>
              <a:gd name="connsiteY4" fmla="*/ 21586 h 177800"/>
              <a:gd name="connsiteX5" fmla="*/ 1558925 w 2552700"/>
              <a:gd name="connsiteY5" fmla="*/ 0 h 177800"/>
              <a:gd name="connsiteX6" fmla="*/ 2552700 w 2552700"/>
              <a:gd name="connsiteY6" fmla="*/ 0 h 177800"/>
              <a:gd name="connsiteX7" fmla="*/ 2552700 w 2552700"/>
              <a:gd name="connsiteY7" fmla="*/ 134620 h 177800"/>
              <a:gd name="connsiteX8" fmla="*/ 2440200 w 2552700"/>
              <a:gd name="connsiteY8" fmla="*/ 134620 h 177800"/>
              <a:gd name="connsiteX9" fmla="*/ 2450782 w 2552700"/>
              <a:gd name="connsiteY9" fmla="*/ 124461 h 177800"/>
              <a:gd name="connsiteX10" fmla="*/ 1734502 w 2552700"/>
              <a:gd name="connsiteY10" fmla="*/ 124461 h 177800"/>
              <a:gd name="connsiteX11" fmla="*/ 1889222 w 2552700"/>
              <a:gd name="connsiteY11" fmla="*/ 163547 h 177800"/>
              <a:gd name="connsiteX12" fmla="*/ 1822837 w 2552700"/>
              <a:gd name="connsiteY12" fmla="*/ 170607 h 177800"/>
              <a:gd name="connsiteX13" fmla="*/ 993775 w 2552700"/>
              <a:gd name="connsiteY13" fmla="*/ 157480 h 177800"/>
              <a:gd name="connsiteX14" fmla="*/ 993775 w 2552700"/>
              <a:gd name="connsiteY14" fmla="*/ 134620 h 177800"/>
              <a:gd name="connsiteX15" fmla="*/ 0 w 2552700"/>
              <a:gd name="connsiteY15" fmla="*/ 134620 h 177800"/>
              <a:gd name="connsiteX0" fmla="*/ 0 w 2618224"/>
              <a:gd name="connsiteY0" fmla="*/ 30480 h 208280"/>
              <a:gd name="connsiteX1" fmla="*/ 772941 w 2618224"/>
              <a:gd name="connsiteY1" fmla="*/ 30480 h 208280"/>
              <a:gd name="connsiteX2" fmla="*/ 663478 w 2618224"/>
              <a:gd name="connsiteY2" fmla="*/ 58133 h 208280"/>
              <a:gd name="connsiteX3" fmla="*/ 729863 w 2618224"/>
              <a:gd name="connsiteY3" fmla="*/ 65193 h 208280"/>
              <a:gd name="connsiteX4" fmla="*/ 1558925 w 2618224"/>
              <a:gd name="connsiteY4" fmla="*/ 52066 h 208280"/>
              <a:gd name="connsiteX5" fmla="*/ 1558925 w 2618224"/>
              <a:gd name="connsiteY5" fmla="*/ 30480 h 208280"/>
              <a:gd name="connsiteX6" fmla="*/ 2618224 w 2618224"/>
              <a:gd name="connsiteY6" fmla="*/ 0 h 208280"/>
              <a:gd name="connsiteX7" fmla="*/ 2552700 w 2618224"/>
              <a:gd name="connsiteY7" fmla="*/ 165100 h 208280"/>
              <a:gd name="connsiteX8" fmla="*/ 2440200 w 2618224"/>
              <a:gd name="connsiteY8" fmla="*/ 165100 h 208280"/>
              <a:gd name="connsiteX9" fmla="*/ 2450782 w 2618224"/>
              <a:gd name="connsiteY9" fmla="*/ 154941 h 208280"/>
              <a:gd name="connsiteX10" fmla="*/ 1734502 w 2618224"/>
              <a:gd name="connsiteY10" fmla="*/ 154941 h 208280"/>
              <a:gd name="connsiteX11" fmla="*/ 1889222 w 2618224"/>
              <a:gd name="connsiteY11" fmla="*/ 194027 h 208280"/>
              <a:gd name="connsiteX12" fmla="*/ 1822837 w 2618224"/>
              <a:gd name="connsiteY12" fmla="*/ 201087 h 208280"/>
              <a:gd name="connsiteX13" fmla="*/ 993775 w 2618224"/>
              <a:gd name="connsiteY13" fmla="*/ 187960 h 208280"/>
              <a:gd name="connsiteX14" fmla="*/ 993775 w 2618224"/>
              <a:gd name="connsiteY14" fmla="*/ 165100 h 208280"/>
              <a:gd name="connsiteX15" fmla="*/ 0 w 2618224"/>
              <a:gd name="connsiteY15" fmla="*/ 165100 h 208280"/>
              <a:gd name="connsiteX16" fmla="*/ 0 w 2618224"/>
              <a:gd name="connsiteY16" fmla="*/ 30480 h 208280"/>
              <a:gd name="connsiteX0" fmla="*/ 0 w 2672827"/>
              <a:gd name="connsiteY0" fmla="*/ 30480 h 208280"/>
              <a:gd name="connsiteX1" fmla="*/ 827544 w 2672827"/>
              <a:gd name="connsiteY1" fmla="*/ 30480 h 208280"/>
              <a:gd name="connsiteX2" fmla="*/ 718081 w 2672827"/>
              <a:gd name="connsiteY2" fmla="*/ 58133 h 208280"/>
              <a:gd name="connsiteX3" fmla="*/ 784466 w 2672827"/>
              <a:gd name="connsiteY3" fmla="*/ 65193 h 208280"/>
              <a:gd name="connsiteX4" fmla="*/ 1613528 w 2672827"/>
              <a:gd name="connsiteY4" fmla="*/ 52066 h 208280"/>
              <a:gd name="connsiteX5" fmla="*/ 1613528 w 2672827"/>
              <a:gd name="connsiteY5" fmla="*/ 30480 h 208280"/>
              <a:gd name="connsiteX6" fmla="*/ 2672827 w 2672827"/>
              <a:gd name="connsiteY6" fmla="*/ 0 h 208280"/>
              <a:gd name="connsiteX7" fmla="*/ 2607303 w 2672827"/>
              <a:gd name="connsiteY7" fmla="*/ 165100 h 208280"/>
              <a:gd name="connsiteX8" fmla="*/ 2494803 w 2672827"/>
              <a:gd name="connsiteY8" fmla="*/ 165100 h 208280"/>
              <a:gd name="connsiteX9" fmla="*/ 2505385 w 2672827"/>
              <a:gd name="connsiteY9" fmla="*/ 154941 h 208280"/>
              <a:gd name="connsiteX10" fmla="*/ 1789105 w 2672827"/>
              <a:gd name="connsiteY10" fmla="*/ 154941 h 208280"/>
              <a:gd name="connsiteX11" fmla="*/ 1943825 w 2672827"/>
              <a:gd name="connsiteY11" fmla="*/ 194027 h 208280"/>
              <a:gd name="connsiteX12" fmla="*/ 1877440 w 2672827"/>
              <a:gd name="connsiteY12" fmla="*/ 201087 h 208280"/>
              <a:gd name="connsiteX13" fmla="*/ 1048378 w 2672827"/>
              <a:gd name="connsiteY13" fmla="*/ 187960 h 208280"/>
              <a:gd name="connsiteX14" fmla="*/ 1048378 w 2672827"/>
              <a:gd name="connsiteY14" fmla="*/ 165100 h 208280"/>
              <a:gd name="connsiteX15" fmla="*/ 54603 w 2672827"/>
              <a:gd name="connsiteY15" fmla="*/ 165100 h 208280"/>
              <a:gd name="connsiteX16" fmla="*/ 0 w 2672827"/>
              <a:gd name="connsiteY16" fmla="*/ 30480 h 208280"/>
              <a:gd name="connsiteX0" fmla="*/ 0 w 2672827"/>
              <a:gd name="connsiteY0" fmla="*/ 30480 h 208280"/>
              <a:gd name="connsiteX1" fmla="*/ 827544 w 2672827"/>
              <a:gd name="connsiteY1" fmla="*/ 30480 h 208280"/>
              <a:gd name="connsiteX2" fmla="*/ 718081 w 2672827"/>
              <a:gd name="connsiteY2" fmla="*/ 58133 h 208280"/>
              <a:gd name="connsiteX3" fmla="*/ 784466 w 2672827"/>
              <a:gd name="connsiteY3" fmla="*/ 65193 h 208280"/>
              <a:gd name="connsiteX4" fmla="*/ 1613528 w 2672827"/>
              <a:gd name="connsiteY4" fmla="*/ 52066 h 208280"/>
              <a:gd name="connsiteX5" fmla="*/ 1613528 w 2672827"/>
              <a:gd name="connsiteY5" fmla="*/ 30480 h 208280"/>
              <a:gd name="connsiteX6" fmla="*/ 2672827 w 2672827"/>
              <a:gd name="connsiteY6" fmla="*/ 0 h 208280"/>
              <a:gd name="connsiteX7" fmla="*/ 2607303 w 2672827"/>
              <a:gd name="connsiteY7" fmla="*/ 165100 h 208280"/>
              <a:gd name="connsiteX8" fmla="*/ 2494803 w 2672827"/>
              <a:gd name="connsiteY8" fmla="*/ 165100 h 208280"/>
              <a:gd name="connsiteX9" fmla="*/ 2505385 w 2672827"/>
              <a:gd name="connsiteY9" fmla="*/ 154941 h 208280"/>
              <a:gd name="connsiteX10" fmla="*/ 1789105 w 2672827"/>
              <a:gd name="connsiteY10" fmla="*/ 154941 h 208280"/>
              <a:gd name="connsiteX11" fmla="*/ 1943825 w 2672827"/>
              <a:gd name="connsiteY11" fmla="*/ 194027 h 208280"/>
              <a:gd name="connsiteX12" fmla="*/ 1877440 w 2672827"/>
              <a:gd name="connsiteY12" fmla="*/ 201087 h 208280"/>
              <a:gd name="connsiteX13" fmla="*/ 1048378 w 2672827"/>
              <a:gd name="connsiteY13" fmla="*/ 187960 h 208280"/>
              <a:gd name="connsiteX14" fmla="*/ 1048378 w 2672827"/>
              <a:gd name="connsiteY14" fmla="*/ 165100 h 208280"/>
              <a:gd name="connsiteX15" fmla="*/ 54603 w 2672827"/>
              <a:gd name="connsiteY15" fmla="*/ 165100 h 208280"/>
              <a:gd name="connsiteX16" fmla="*/ 0 w 2672827"/>
              <a:gd name="connsiteY16" fmla="*/ 30480 h 208280"/>
              <a:gd name="connsiteX0" fmla="*/ 0 w 2672827"/>
              <a:gd name="connsiteY0" fmla="*/ 30480 h 225350"/>
              <a:gd name="connsiteX1" fmla="*/ 827544 w 2672827"/>
              <a:gd name="connsiteY1" fmla="*/ 30480 h 225350"/>
              <a:gd name="connsiteX2" fmla="*/ 718081 w 2672827"/>
              <a:gd name="connsiteY2" fmla="*/ 58133 h 225350"/>
              <a:gd name="connsiteX3" fmla="*/ 784466 w 2672827"/>
              <a:gd name="connsiteY3" fmla="*/ 65193 h 225350"/>
              <a:gd name="connsiteX4" fmla="*/ 1613528 w 2672827"/>
              <a:gd name="connsiteY4" fmla="*/ 52066 h 225350"/>
              <a:gd name="connsiteX5" fmla="*/ 1613528 w 2672827"/>
              <a:gd name="connsiteY5" fmla="*/ 30480 h 225350"/>
              <a:gd name="connsiteX6" fmla="*/ 2672827 w 2672827"/>
              <a:gd name="connsiteY6" fmla="*/ 0 h 225350"/>
              <a:gd name="connsiteX7" fmla="*/ 2607303 w 2672827"/>
              <a:gd name="connsiteY7" fmla="*/ 165100 h 225350"/>
              <a:gd name="connsiteX8" fmla="*/ 2494803 w 2672827"/>
              <a:gd name="connsiteY8" fmla="*/ 165100 h 225350"/>
              <a:gd name="connsiteX9" fmla="*/ 2505385 w 2672827"/>
              <a:gd name="connsiteY9" fmla="*/ 154941 h 225350"/>
              <a:gd name="connsiteX10" fmla="*/ 1789105 w 2672827"/>
              <a:gd name="connsiteY10" fmla="*/ 154941 h 225350"/>
              <a:gd name="connsiteX11" fmla="*/ 1943825 w 2672827"/>
              <a:gd name="connsiteY11" fmla="*/ 194027 h 225350"/>
              <a:gd name="connsiteX12" fmla="*/ 1880853 w 2672827"/>
              <a:gd name="connsiteY12" fmla="*/ 220137 h 225350"/>
              <a:gd name="connsiteX13" fmla="*/ 1048378 w 2672827"/>
              <a:gd name="connsiteY13" fmla="*/ 187960 h 225350"/>
              <a:gd name="connsiteX14" fmla="*/ 1048378 w 2672827"/>
              <a:gd name="connsiteY14" fmla="*/ 165100 h 225350"/>
              <a:gd name="connsiteX15" fmla="*/ 54603 w 2672827"/>
              <a:gd name="connsiteY15" fmla="*/ 165100 h 225350"/>
              <a:gd name="connsiteX16" fmla="*/ 0 w 2672827"/>
              <a:gd name="connsiteY16" fmla="*/ 30480 h 225350"/>
              <a:gd name="connsiteX0" fmla="*/ 0 w 2672827"/>
              <a:gd name="connsiteY0" fmla="*/ 30480 h 225350"/>
              <a:gd name="connsiteX1" fmla="*/ 827544 w 2672827"/>
              <a:gd name="connsiteY1" fmla="*/ 30480 h 225350"/>
              <a:gd name="connsiteX2" fmla="*/ 718081 w 2672827"/>
              <a:gd name="connsiteY2" fmla="*/ 58133 h 225350"/>
              <a:gd name="connsiteX3" fmla="*/ 784466 w 2672827"/>
              <a:gd name="connsiteY3" fmla="*/ 65193 h 225350"/>
              <a:gd name="connsiteX4" fmla="*/ 1613528 w 2672827"/>
              <a:gd name="connsiteY4" fmla="*/ 52066 h 225350"/>
              <a:gd name="connsiteX5" fmla="*/ 1613528 w 2672827"/>
              <a:gd name="connsiteY5" fmla="*/ 30480 h 225350"/>
              <a:gd name="connsiteX6" fmla="*/ 2672827 w 2672827"/>
              <a:gd name="connsiteY6" fmla="*/ 0 h 225350"/>
              <a:gd name="connsiteX7" fmla="*/ 2607303 w 2672827"/>
              <a:gd name="connsiteY7" fmla="*/ 165100 h 225350"/>
              <a:gd name="connsiteX8" fmla="*/ 2494803 w 2672827"/>
              <a:gd name="connsiteY8" fmla="*/ 165100 h 225350"/>
              <a:gd name="connsiteX9" fmla="*/ 2505385 w 2672827"/>
              <a:gd name="connsiteY9" fmla="*/ 154941 h 225350"/>
              <a:gd name="connsiteX10" fmla="*/ 1789105 w 2672827"/>
              <a:gd name="connsiteY10" fmla="*/ 154941 h 225350"/>
              <a:gd name="connsiteX11" fmla="*/ 1943825 w 2672827"/>
              <a:gd name="connsiteY11" fmla="*/ 194027 h 225350"/>
              <a:gd name="connsiteX12" fmla="*/ 1880853 w 2672827"/>
              <a:gd name="connsiteY12" fmla="*/ 220137 h 225350"/>
              <a:gd name="connsiteX13" fmla="*/ 1048378 w 2672827"/>
              <a:gd name="connsiteY13" fmla="*/ 187960 h 225350"/>
              <a:gd name="connsiteX14" fmla="*/ 1051791 w 2672827"/>
              <a:gd name="connsiteY14" fmla="*/ 142875 h 225350"/>
              <a:gd name="connsiteX15" fmla="*/ 54603 w 2672827"/>
              <a:gd name="connsiteY15" fmla="*/ 165100 h 225350"/>
              <a:gd name="connsiteX16" fmla="*/ 0 w 2672827"/>
              <a:gd name="connsiteY16" fmla="*/ 30480 h 225350"/>
              <a:gd name="connsiteX0" fmla="*/ 0 w 2672827"/>
              <a:gd name="connsiteY0" fmla="*/ 30480 h 225350"/>
              <a:gd name="connsiteX1" fmla="*/ 827544 w 2672827"/>
              <a:gd name="connsiteY1" fmla="*/ 30480 h 225350"/>
              <a:gd name="connsiteX2" fmla="*/ 718081 w 2672827"/>
              <a:gd name="connsiteY2" fmla="*/ 58133 h 225350"/>
              <a:gd name="connsiteX3" fmla="*/ 784466 w 2672827"/>
              <a:gd name="connsiteY3" fmla="*/ 65193 h 225350"/>
              <a:gd name="connsiteX4" fmla="*/ 1613528 w 2672827"/>
              <a:gd name="connsiteY4" fmla="*/ 52066 h 225350"/>
              <a:gd name="connsiteX5" fmla="*/ 1613528 w 2672827"/>
              <a:gd name="connsiteY5" fmla="*/ 30480 h 225350"/>
              <a:gd name="connsiteX6" fmla="*/ 2672827 w 2672827"/>
              <a:gd name="connsiteY6" fmla="*/ 0 h 225350"/>
              <a:gd name="connsiteX7" fmla="*/ 2607303 w 2672827"/>
              <a:gd name="connsiteY7" fmla="*/ 165100 h 225350"/>
              <a:gd name="connsiteX8" fmla="*/ 2494803 w 2672827"/>
              <a:gd name="connsiteY8" fmla="*/ 165100 h 225350"/>
              <a:gd name="connsiteX9" fmla="*/ 2505385 w 2672827"/>
              <a:gd name="connsiteY9" fmla="*/ 154941 h 225350"/>
              <a:gd name="connsiteX10" fmla="*/ 1789105 w 2672827"/>
              <a:gd name="connsiteY10" fmla="*/ 154941 h 225350"/>
              <a:gd name="connsiteX11" fmla="*/ 1984777 w 2672827"/>
              <a:gd name="connsiteY11" fmla="*/ 222602 h 225350"/>
              <a:gd name="connsiteX12" fmla="*/ 1880853 w 2672827"/>
              <a:gd name="connsiteY12" fmla="*/ 220137 h 225350"/>
              <a:gd name="connsiteX13" fmla="*/ 1048378 w 2672827"/>
              <a:gd name="connsiteY13" fmla="*/ 187960 h 225350"/>
              <a:gd name="connsiteX14" fmla="*/ 1051791 w 2672827"/>
              <a:gd name="connsiteY14" fmla="*/ 142875 h 225350"/>
              <a:gd name="connsiteX15" fmla="*/ 54603 w 2672827"/>
              <a:gd name="connsiteY15" fmla="*/ 165100 h 225350"/>
              <a:gd name="connsiteX16" fmla="*/ 0 w 2672827"/>
              <a:gd name="connsiteY16" fmla="*/ 30480 h 225350"/>
              <a:gd name="connsiteX0" fmla="*/ 0 w 2672827"/>
              <a:gd name="connsiteY0" fmla="*/ 30480 h 225350"/>
              <a:gd name="connsiteX1" fmla="*/ 827544 w 2672827"/>
              <a:gd name="connsiteY1" fmla="*/ 30480 h 225350"/>
              <a:gd name="connsiteX2" fmla="*/ 718081 w 2672827"/>
              <a:gd name="connsiteY2" fmla="*/ 58133 h 225350"/>
              <a:gd name="connsiteX3" fmla="*/ 784466 w 2672827"/>
              <a:gd name="connsiteY3" fmla="*/ 65193 h 225350"/>
              <a:gd name="connsiteX4" fmla="*/ 1613528 w 2672827"/>
              <a:gd name="connsiteY4" fmla="*/ 52066 h 225350"/>
              <a:gd name="connsiteX5" fmla="*/ 1613528 w 2672827"/>
              <a:gd name="connsiteY5" fmla="*/ 30480 h 225350"/>
              <a:gd name="connsiteX6" fmla="*/ 2672827 w 2672827"/>
              <a:gd name="connsiteY6" fmla="*/ 0 h 225350"/>
              <a:gd name="connsiteX7" fmla="*/ 2607303 w 2672827"/>
              <a:gd name="connsiteY7" fmla="*/ 165100 h 225350"/>
              <a:gd name="connsiteX8" fmla="*/ 2494803 w 2672827"/>
              <a:gd name="connsiteY8" fmla="*/ 165100 h 225350"/>
              <a:gd name="connsiteX9" fmla="*/ 2505385 w 2672827"/>
              <a:gd name="connsiteY9" fmla="*/ 154941 h 225350"/>
              <a:gd name="connsiteX10" fmla="*/ 1789105 w 2672827"/>
              <a:gd name="connsiteY10" fmla="*/ 154941 h 225350"/>
              <a:gd name="connsiteX11" fmla="*/ 2240730 w 2672827"/>
              <a:gd name="connsiteY11" fmla="*/ 222602 h 225350"/>
              <a:gd name="connsiteX12" fmla="*/ 1880853 w 2672827"/>
              <a:gd name="connsiteY12" fmla="*/ 220137 h 225350"/>
              <a:gd name="connsiteX13" fmla="*/ 1048378 w 2672827"/>
              <a:gd name="connsiteY13" fmla="*/ 187960 h 225350"/>
              <a:gd name="connsiteX14" fmla="*/ 1051791 w 2672827"/>
              <a:gd name="connsiteY14" fmla="*/ 142875 h 225350"/>
              <a:gd name="connsiteX15" fmla="*/ 54603 w 2672827"/>
              <a:gd name="connsiteY15" fmla="*/ 165100 h 225350"/>
              <a:gd name="connsiteX16" fmla="*/ 0 w 2672827"/>
              <a:gd name="connsiteY16" fmla="*/ 30480 h 225350"/>
              <a:gd name="connsiteX0" fmla="*/ 0 w 2672827"/>
              <a:gd name="connsiteY0" fmla="*/ 30480 h 229006"/>
              <a:gd name="connsiteX1" fmla="*/ 827544 w 2672827"/>
              <a:gd name="connsiteY1" fmla="*/ 30480 h 229006"/>
              <a:gd name="connsiteX2" fmla="*/ 718081 w 2672827"/>
              <a:gd name="connsiteY2" fmla="*/ 58133 h 229006"/>
              <a:gd name="connsiteX3" fmla="*/ 784466 w 2672827"/>
              <a:gd name="connsiteY3" fmla="*/ 65193 h 229006"/>
              <a:gd name="connsiteX4" fmla="*/ 1613528 w 2672827"/>
              <a:gd name="connsiteY4" fmla="*/ 52066 h 229006"/>
              <a:gd name="connsiteX5" fmla="*/ 1613528 w 2672827"/>
              <a:gd name="connsiteY5" fmla="*/ 30480 h 229006"/>
              <a:gd name="connsiteX6" fmla="*/ 2672827 w 2672827"/>
              <a:gd name="connsiteY6" fmla="*/ 0 h 229006"/>
              <a:gd name="connsiteX7" fmla="*/ 2607303 w 2672827"/>
              <a:gd name="connsiteY7" fmla="*/ 165100 h 229006"/>
              <a:gd name="connsiteX8" fmla="*/ 2494803 w 2672827"/>
              <a:gd name="connsiteY8" fmla="*/ 165100 h 229006"/>
              <a:gd name="connsiteX9" fmla="*/ 2505385 w 2672827"/>
              <a:gd name="connsiteY9" fmla="*/ 154941 h 229006"/>
              <a:gd name="connsiteX10" fmla="*/ 1789105 w 2672827"/>
              <a:gd name="connsiteY10" fmla="*/ 154941 h 229006"/>
              <a:gd name="connsiteX11" fmla="*/ 2240730 w 2672827"/>
              <a:gd name="connsiteY11" fmla="*/ 222602 h 229006"/>
              <a:gd name="connsiteX12" fmla="*/ 1880853 w 2672827"/>
              <a:gd name="connsiteY12" fmla="*/ 220137 h 229006"/>
              <a:gd name="connsiteX13" fmla="*/ 1017664 w 2672827"/>
              <a:gd name="connsiteY13" fmla="*/ 216535 h 229006"/>
              <a:gd name="connsiteX14" fmla="*/ 1051791 w 2672827"/>
              <a:gd name="connsiteY14" fmla="*/ 142875 h 229006"/>
              <a:gd name="connsiteX15" fmla="*/ 54603 w 2672827"/>
              <a:gd name="connsiteY15" fmla="*/ 165100 h 229006"/>
              <a:gd name="connsiteX16" fmla="*/ 0 w 2672827"/>
              <a:gd name="connsiteY16" fmla="*/ 30480 h 22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72827" h="229006">
                <a:moveTo>
                  <a:pt x="0" y="30480"/>
                </a:moveTo>
                <a:lnTo>
                  <a:pt x="827544" y="30480"/>
                </a:lnTo>
                <a:lnTo>
                  <a:pt x="718081" y="58133"/>
                </a:lnTo>
                <a:lnTo>
                  <a:pt x="784466" y="65193"/>
                </a:lnTo>
                <a:cubicBezTo>
                  <a:pt x="1069571" y="87070"/>
                  <a:pt x="1335715" y="52066"/>
                  <a:pt x="1613528" y="52066"/>
                </a:cubicBezTo>
                <a:lnTo>
                  <a:pt x="1613528" y="30480"/>
                </a:lnTo>
                <a:lnTo>
                  <a:pt x="2672827" y="0"/>
                </a:lnTo>
                <a:lnTo>
                  <a:pt x="2607303" y="165100"/>
                </a:lnTo>
                <a:lnTo>
                  <a:pt x="2494803" y="165100"/>
                </a:lnTo>
                <a:lnTo>
                  <a:pt x="2505385" y="154941"/>
                </a:lnTo>
                <a:cubicBezTo>
                  <a:pt x="2090412" y="135891"/>
                  <a:pt x="2027865" y="154941"/>
                  <a:pt x="1789105" y="154941"/>
                </a:cubicBezTo>
                <a:lnTo>
                  <a:pt x="2240730" y="222602"/>
                </a:lnTo>
                <a:lnTo>
                  <a:pt x="1880853" y="220137"/>
                </a:lnTo>
                <a:cubicBezTo>
                  <a:pt x="1595748" y="242014"/>
                  <a:pt x="1295477" y="216535"/>
                  <a:pt x="1017664" y="216535"/>
                </a:cubicBezTo>
                <a:lnTo>
                  <a:pt x="1051791" y="142875"/>
                </a:lnTo>
                <a:lnTo>
                  <a:pt x="54603" y="165100"/>
                </a:lnTo>
                <a:lnTo>
                  <a:pt x="0" y="30480"/>
                </a:lnTo>
                <a:close/>
              </a:path>
            </a:pathLst>
          </a:custGeom>
          <a:solidFill>
            <a:srgbClr val="FF7F50"/>
          </a:solidFill>
          <a:ln w="381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2"/>
          <p:cNvSpPr/>
          <p:nvPr/>
        </p:nvSpPr>
        <p:spPr>
          <a:xfrm flipH="1">
            <a:off x="2617787" y="3403085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2"/>
          <p:cNvSpPr/>
          <p:nvPr/>
        </p:nvSpPr>
        <p:spPr>
          <a:xfrm flipH="1" flipV="1">
            <a:off x="3261360" y="3211638"/>
            <a:ext cx="929323" cy="53339"/>
          </a:xfrm>
          <a:custGeom>
            <a:avLst/>
            <a:gdLst>
              <a:gd name="connsiteX0" fmla="*/ 0 w 677863"/>
              <a:gd name="connsiteY0" fmla="*/ 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0 w 677863"/>
              <a:gd name="connsiteY4" fmla="*/ 0 h 45719"/>
              <a:gd name="connsiteX0" fmla="*/ 76200 w 677863"/>
              <a:gd name="connsiteY0" fmla="*/ 7620 h 45719"/>
              <a:gd name="connsiteX1" fmla="*/ 677863 w 677863"/>
              <a:gd name="connsiteY1" fmla="*/ 0 h 45719"/>
              <a:gd name="connsiteX2" fmla="*/ 677863 w 677863"/>
              <a:gd name="connsiteY2" fmla="*/ 45719 h 45719"/>
              <a:gd name="connsiteX3" fmla="*/ 0 w 677863"/>
              <a:gd name="connsiteY3" fmla="*/ 45719 h 45719"/>
              <a:gd name="connsiteX4" fmla="*/ 76200 w 677863"/>
              <a:gd name="connsiteY4" fmla="*/ 7620 h 45719"/>
              <a:gd name="connsiteX0" fmla="*/ 83820 w 677863"/>
              <a:gd name="connsiteY0" fmla="*/ 0 h 53339"/>
              <a:gd name="connsiteX1" fmla="*/ 677863 w 677863"/>
              <a:gd name="connsiteY1" fmla="*/ 7620 h 53339"/>
              <a:gd name="connsiteX2" fmla="*/ 677863 w 677863"/>
              <a:gd name="connsiteY2" fmla="*/ 53339 h 53339"/>
              <a:gd name="connsiteX3" fmla="*/ 0 w 677863"/>
              <a:gd name="connsiteY3" fmla="*/ 53339 h 53339"/>
              <a:gd name="connsiteX4" fmla="*/ 83820 w 67786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  <a:gd name="connsiteX0" fmla="*/ 83820 w 929323"/>
              <a:gd name="connsiteY0" fmla="*/ 0 h 53339"/>
              <a:gd name="connsiteX1" fmla="*/ 677863 w 929323"/>
              <a:gd name="connsiteY1" fmla="*/ 7620 h 53339"/>
              <a:gd name="connsiteX2" fmla="*/ 929323 w 929323"/>
              <a:gd name="connsiteY2" fmla="*/ 53339 h 53339"/>
              <a:gd name="connsiteX3" fmla="*/ 0 w 929323"/>
              <a:gd name="connsiteY3" fmla="*/ 53339 h 53339"/>
              <a:gd name="connsiteX4" fmla="*/ 83820 w 929323"/>
              <a:gd name="connsiteY4" fmla="*/ 0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9323" h="53339">
                <a:moveTo>
                  <a:pt x="83820" y="0"/>
                </a:moveTo>
                <a:lnTo>
                  <a:pt x="677863" y="7620"/>
                </a:lnTo>
                <a:lnTo>
                  <a:pt x="929323" y="53339"/>
                </a:lnTo>
                <a:cubicBezTo>
                  <a:pt x="566209" y="30479"/>
                  <a:pt x="241194" y="38099"/>
                  <a:pt x="0" y="53339"/>
                </a:cubicBezTo>
                <a:lnTo>
                  <a:pt x="83820" y="0"/>
                </a:lnTo>
                <a:close/>
              </a:path>
            </a:pathLst>
          </a:custGeom>
          <a:solidFill>
            <a:srgbClr val="FF7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 Same Side Corner Rectangle 43"/>
          <p:cNvSpPr/>
          <p:nvPr/>
        </p:nvSpPr>
        <p:spPr>
          <a:xfrm flipV="1">
            <a:off x="7989430" y="1964818"/>
            <a:ext cx="1234440" cy="2270760"/>
          </a:xfrm>
          <a:prstGeom prst="round2SameRect">
            <a:avLst>
              <a:gd name="adj1" fmla="val 16667"/>
              <a:gd name="adj2" fmla="val 5556"/>
            </a:avLst>
          </a:prstGeom>
          <a:pattFill prst="pct90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 Same Side Corner Rectangle 44"/>
          <p:cNvSpPr/>
          <p:nvPr/>
        </p:nvSpPr>
        <p:spPr>
          <a:xfrm flipV="1">
            <a:off x="7926425" y="2599201"/>
            <a:ext cx="1360450" cy="1649157"/>
          </a:xfrm>
          <a:prstGeom prst="round2SameRect">
            <a:avLst/>
          </a:prstGeom>
          <a:pattFill prst="zigZag">
            <a:fgClr>
              <a:srgbClr val="FF7F50"/>
            </a:fgClr>
            <a:bgClr>
              <a:srgbClr val="FF55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8027193" y="2003536"/>
            <a:ext cx="1159669" cy="94345"/>
          </a:xfrm>
          <a:prstGeom prst="round2SameRect">
            <a:avLst>
              <a:gd name="adj1" fmla="val 29286"/>
              <a:gd name="adj2" fmla="val 0"/>
            </a:avLst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950994" y="1932259"/>
            <a:ext cx="1309687" cy="71277"/>
          </a:xfrm>
          <a:prstGeom prst="rect">
            <a:avLst/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8126412" y="2043671"/>
            <a:ext cx="958850" cy="398616"/>
          </a:xfrm>
          <a:prstGeom prst="roundRect">
            <a:avLst>
              <a:gd name="adj" fmla="val 34190"/>
            </a:avLst>
          </a:prstGeom>
          <a:pattFill prst="pct40">
            <a:fgClr>
              <a:srgbClr val="FFA600"/>
            </a:fgClr>
            <a:bgClr>
              <a:srgbClr val="FFC482"/>
            </a:bgClr>
          </a:pattFill>
          <a:ln>
            <a:noFill/>
          </a:ln>
          <a:effectLst>
            <a:outerShdw dist="38100" dir="5400000" algn="t" rotWithShape="0">
              <a:srgbClr val="FF55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Wave 59"/>
          <p:cNvSpPr/>
          <p:nvPr/>
        </p:nvSpPr>
        <p:spPr>
          <a:xfrm flipV="1">
            <a:off x="7950993" y="2435863"/>
            <a:ext cx="1309688" cy="277979"/>
          </a:xfrm>
          <a:prstGeom prst="wave">
            <a:avLst/>
          </a:prstGeom>
          <a:solidFill>
            <a:schemeClr val="tx1">
              <a:alpha val="31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Wave 55"/>
          <p:cNvSpPr/>
          <p:nvPr/>
        </p:nvSpPr>
        <p:spPr>
          <a:xfrm flipV="1">
            <a:off x="7926425" y="2504733"/>
            <a:ext cx="1360450" cy="277979"/>
          </a:xfrm>
          <a:prstGeom prst="wave">
            <a:avLst/>
          </a:prstGeom>
          <a:solidFill>
            <a:srgbClr val="FF5500"/>
          </a:solidFill>
          <a:ln w="76200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78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4950955" y="2160875"/>
            <a:ext cx="1234440" cy="513108"/>
          </a:xfrm>
          <a:prstGeom prst="rect">
            <a:avLst/>
          </a:prstGeom>
          <a:pattFill prst="dkVert">
            <a:fgClr>
              <a:srgbClr val="FF7F50"/>
            </a:fgClr>
            <a:bgClr>
              <a:srgbClr val="FF55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 flipV="1">
            <a:off x="5991720" y="4100926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 flipV="1">
            <a:off x="4950955" y="4100926"/>
            <a:ext cx="193675" cy="1071572"/>
          </a:xfrm>
          <a:prstGeom prst="roundRect">
            <a:avLst/>
          </a:prstGeom>
          <a:solidFill>
            <a:srgbClr val="FFC482"/>
          </a:solid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4950955" y="4379194"/>
            <a:ext cx="1234440" cy="544710"/>
          </a:xfrm>
          <a:prstGeom prst="roundRect">
            <a:avLst>
              <a:gd name="adj" fmla="val 32988"/>
            </a:avLst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 Same Side Corner Rectangle 62"/>
          <p:cNvSpPr/>
          <p:nvPr/>
        </p:nvSpPr>
        <p:spPr>
          <a:xfrm flipV="1">
            <a:off x="4950955" y="2469643"/>
            <a:ext cx="1234440" cy="2270760"/>
          </a:xfrm>
          <a:prstGeom prst="round2SameRect">
            <a:avLst>
              <a:gd name="adj1" fmla="val 16667"/>
              <a:gd name="adj2" fmla="val 5556"/>
            </a:avLst>
          </a:prstGeom>
          <a:pattFill prst="pct90">
            <a:fgClr>
              <a:srgbClr val="FFC482"/>
            </a:fgClr>
            <a:bgClr>
              <a:srgbClr val="FFA6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 flipV="1">
            <a:off x="4887950" y="4019550"/>
            <a:ext cx="1360450" cy="733633"/>
          </a:xfrm>
          <a:custGeom>
            <a:avLst/>
            <a:gdLst>
              <a:gd name="connsiteX0" fmla="*/ 0 w 1360450"/>
              <a:gd name="connsiteY0" fmla="*/ 733633 h 733633"/>
              <a:gd name="connsiteX1" fmla="*/ 1360450 w 1360450"/>
              <a:gd name="connsiteY1" fmla="*/ 733633 h 733633"/>
              <a:gd name="connsiteX2" fmla="*/ 1360450 w 1360450"/>
              <a:gd name="connsiteY2" fmla="*/ 226746 h 733633"/>
              <a:gd name="connsiteX3" fmla="*/ 1133704 w 1360450"/>
              <a:gd name="connsiteY3" fmla="*/ 0 h 733633"/>
              <a:gd name="connsiteX4" fmla="*/ 226746 w 1360450"/>
              <a:gd name="connsiteY4" fmla="*/ 0 h 733633"/>
              <a:gd name="connsiteX5" fmla="*/ 0 w 1360450"/>
              <a:gd name="connsiteY5" fmla="*/ 226746 h 733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0450" h="733633">
                <a:moveTo>
                  <a:pt x="0" y="733633"/>
                </a:moveTo>
                <a:lnTo>
                  <a:pt x="1360450" y="733633"/>
                </a:lnTo>
                <a:lnTo>
                  <a:pt x="1360450" y="226746"/>
                </a:lnTo>
                <a:cubicBezTo>
                  <a:pt x="1360450" y="101518"/>
                  <a:pt x="1258932" y="0"/>
                  <a:pt x="1133704" y="0"/>
                </a:cubicBezTo>
                <a:lnTo>
                  <a:pt x="226746" y="0"/>
                </a:lnTo>
                <a:cubicBezTo>
                  <a:pt x="101518" y="0"/>
                  <a:pt x="0" y="101518"/>
                  <a:pt x="0" y="226746"/>
                </a:cubicBezTo>
                <a:close/>
              </a:path>
            </a:pathLst>
          </a:custGeom>
          <a:pattFill prst="zigZag">
            <a:fgClr>
              <a:srgbClr val="FF7F50"/>
            </a:fgClr>
            <a:bgClr>
              <a:srgbClr val="FF5500"/>
            </a:bgClr>
          </a:pattFill>
          <a:ln w="76200">
            <a:solidFill>
              <a:srgbClr val="FF7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 Same Side Corner Rectangle 64"/>
          <p:cNvSpPr/>
          <p:nvPr/>
        </p:nvSpPr>
        <p:spPr>
          <a:xfrm>
            <a:off x="4988718" y="2508361"/>
            <a:ext cx="1159669" cy="94345"/>
          </a:xfrm>
          <a:prstGeom prst="round2SameRect">
            <a:avLst>
              <a:gd name="adj1" fmla="val 29286"/>
              <a:gd name="adj2" fmla="val 0"/>
            </a:avLst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912519" y="2437084"/>
            <a:ext cx="1309687" cy="71277"/>
          </a:xfrm>
          <a:prstGeom prst="rect">
            <a:avLst/>
          </a:prstGeom>
          <a:solidFill>
            <a:srgbClr val="000000">
              <a:alpha val="3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5087937" y="2548496"/>
            <a:ext cx="958850" cy="398616"/>
          </a:xfrm>
          <a:prstGeom prst="roundRect">
            <a:avLst>
              <a:gd name="adj" fmla="val 34190"/>
            </a:avLst>
          </a:prstGeom>
          <a:pattFill prst="pct40">
            <a:fgClr>
              <a:srgbClr val="FFA600"/>
            </a:fgClr>
            <a:bgClr>
              <a:srgbClr val="FFC482"/>
            </a:bgClr>
          </a:pattFill>
          <a:ln>
            <a:noFill/>
          </a:ln>
          <a:effectLst>
            <a:outerShdw dist="38100" dir="5400000" algn="t" rotWithShape="0">
              <a:srgbClr val="FF55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Wave 67"/>
          <p:cNvSpPr/>
          <p:nvPr/>
        </p:nvSpPr>
        <p:spPr>
          <a:xfrm flipV="1">
            <a:off x="4912518" y="3874138"/>
            <a:ext cx="1309688" cy="277979"/>
          </a:xfrm>
          <a:prstGeom prst="wave">
            <a:avLst/>
          </a:prstGeom>
          <a:solidFill>
            <a:schemeClr val="tx1">
              <a:alpha val="31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Wave 68"/>
          <p:cNvSpPr/>
          <p:nvPr/>
        </p:nvSpPr>
        <p:spPr>
          <a:xfrm flipV="1">
            <a:off x="4887950" y="3943008"/>
            <a:ext cx="1360450" cy="277979"/>
          </a:xfrm>
          <a:prstGeom prst="wave">
            <a:avLst/>
          </a:prstGeom>
          <a:solidFill>
            <a:srgbClr val="FF5500"/>
          </a:solidFill>
          <a:ln w="76200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7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08" y="1883530"/>
            <a:ext cx="1438781" cy="30970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4514850" y="1847850"/>
            <a:ext cx="3162300" cy="3162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49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65848" y="2333216"/>
            <a:ext cx="488950" cy="488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132745" y="2481859"/>
            <a:ext cx="355158" cy="326224"/>
          </a:xfrm>
          <a:prstGeom prst="ellipse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087535" y="2400894"/>
            <a:ext cx="445577" cy="350033"/>
          </a:xfrm>
          <a:prstGeom prst="ellipse">
            <a:avLst/>
          </a:prstGeom>
          <a:solidFill>
            <a:srgbClr val="FFF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600" y="2397871"/>
            <a:ext cx="338944" cy="280118"/>
          </a:xfrm>
          <a:prstGeom prst="rect">
            <a:avLst/>
          </a:prstGeom>
          <a:effectLst>
            <a:outerShdw dist="38100" dir="5400000" algn="t" rotWithShape="0">
              <a:prstClr val="black">
                <a:alpha val="2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077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401341" y="2168282"/>
            <a:ext cx="2462214" cy="2462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458459" y="2997474"/>
            <a:ext cx="347980" cy="1580600"/>
          </a:xfrm>
          <a:custGeom>
            <a:avLst/>
            <a:gdLst>
              <a:gd name="connsiteX0" fmla="*/ 0 w 552450"/>
              <a:gd name="connsiteY0" fmla="*/ 0 h 1644650"/>
              <a:gd name="connsiteX1" fmla="*/ 552450 w 552450"/>
              <a:gd name="connsiteY1" fmla="*/ 0 h 1644650"/>
              <a:gd name="connsiteX2" fmla="*/ 552450 w 552450"/>
              <a:gd name="connsiteY2" fmla="*/ 1644650 h 1644650"/>
              <a:gd name="connsiteX3" fmla="*/ 0 w 552450"/>
              <a:gd name="connsiteY3" fmla="*/ 1644650 h 1644650"/>
              <a:gd name="connsiteX4" fmla="*/ 0 w 552450"/>
              <a:gd name="connsiteY4" fmla="*/ 0 h 1644650"/>
              <a:gd name="connsiteX0" fmla="*/ 311150 w 863600"/>
              <a:gd name="connsiteY0" fmla="*/ 0 h 1670050"/>
              <a:gd name="connsiteX1" fmla="*/ 863600 w 863600"/>
              <a:gd name="connsiteY1" fmla="*/ 0 h 1670050"/>
              <a:gd name="connsiteX2" fmla="*/ 863600 w 863600"/>
              <a:gd name="connsiteY2" fmla="*/ 1644650 h 1670050"/>
              <a:gd name="connsiteX3" fmla="*/ 0 w 863600"/>
              <a:gd name="connsiteY3" fmla="*/ 1670050 h 1670050"/>
              <a:gd name="connsiteX4" fmla="*/ 311150 w 863600"/>
              <a:gd name="connsiteY4" fmla="*/ 0 h 167005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86387"/>
              <a:gd name="connsiteX1" fmla="*/ 863600 w 1098550"/>
              <a:gd name="connsiteY1" fmla="*/ 0 h 1686387"/>
              <a:gd name="connsiteX2" fmla="*/ 1098550 w 1098550"/>
              <a:gd name="connsiteY2" fmla="*/ 1676400 h 1686387"/>
              <a:gd name="connsiteX3" fmla="*/ 0 w 1098550"/>
              <a:gd name="connsiteY3" fmla="*/ 1670050 h 1686387"/>
              <a:gd name="connsiteX4" fmla="*/ 311150 w 1098550"/>
              <a:gd name="connsiteY4" fmla="*/ 0 h 1686387"/>
              <a:gd name="connsiteX0" fmla="*/ 311150 w 1098550"/>
              <a:gd name="connsiteY0" fmla="*/ 0 h 1678678"/>
              <a:gd name="connsiteX1" fmla="*/ 863600 w 1098550"/>
              <a:gd name="connsiteY1" fmla="*/ 0 h 1678678"/>
              <a:gd name="connsiteX2" fmla="*/ 1098550 w 1098550"/>
              <a:gd name="connsiteY2" fmla="*/ 1676400 h 1678678"/>
              <a:gd name="connsiteX3" fmla="*/ 0 w 1098550"/>
              <a:gd name="connsiteY3" fmla="*/ 1670050 h 1678678"/>
              <a:gd name="connsiteX4" fmla="*/ 311150 w 1098550"/>
              <a:gd name="connsiteY4" fmla="*/ 0 h 1678678"/>
              <a:gd name="connsiteX0" fmla="*/ 311150 w 1098550"/>
              <a:gd name="connsiteY0" fmla="*/ 0 h 1705010"/>
              <a:gd name="connsiteX1" fmla="*/ 863600 w 1098550"/>
              <a:gd name="connsiteY1" fmla="*/ 0 h 1705010"/>
              <a:gd name="connsiteX2" fmla="*/ 1098550 w 1098550"/>
              <a:gd name="connsiteY2" fmla="*/ 1676400 h 1705010"/>
              <a:gd name="connsiteX3" fmla="*/ 0 w 1098550"/>
              <a:gd name="connsiteY3" fmla="*/ 1670050 h 1705010"/>
              <a:gd name="connsiteX4" fmla="*/ 311150 w 1098550"/>
              <a:gd name="connsiteY4" fmla="*/ 0 h 1705010"/>
              <a:gd name="connsiteX0" fmla="*/ 425450 w 1212850"/>
              <a:gd name="connsiteY0" fmla="*/ 0 h 1696063"/>
              <a:gd name="connsiteX1" fmla="*/ 977900 w 1212850"/>
              <a:gd name="connsiteY1" fmla="*/ 0 h 1696063"/>
              <a:gd name="connsiteX2" fmla="*/ 1212850 w 1212850"/>
              <a:gd name="connsiteY2" fmla="*/ 1676400 h 1696063"/>
              <a:gd name="connsiteX3" fmla="*/ 0 w 1212850"/>
              <a:gd name="connsiteY3" fmla="*/ 1638300 h 1696063"/>
              <a:gd name="connsiteX4" fmla="*/ 425450 w 1212850"/>
              <a:gd name="connsiteY4" fmla="*/ 0 h 1696063"/>
              <a:gd name="connsiteX0" fmla="*/ 425450 w 1397000"/>
              <a:gd name="connsiteY0" fmla="*/ 0 h 1669501"/>
              <a:gd name="connsiteX1" fmla="*/ 977900 w 1397000"/>
              <a:gd name="connsiteY1" fmla="*/ 0 h 1669501"/>
              <a:gd name="connsiteX2" fmla="*/ 1397000 w 1397000"/>
              <a:gd name="connsiteY2" fmla="*/ 1638300 h 1669501"/>
              <a:gd name="connsiteX3" fmla="*/ 0 w 1397000"/>
              <a:gd name="connsiteY3" fmla="*/ 1638300 h 1669501"/>
              <a:gd name="connsiteX4" fmla="*/ 425450 w 1397000"/>
              <a:gd name="connsiteY4" fmla="*/ 0 h 1669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7000" h="1669501">
                <a:moveTo>
                  <a:pt x="425450" y="0"/>
                </a:moveTo>
                <a:lnTo>
                  <a:pt x="977900" y="0"/>
                </a:lnTo>
                <a:cubicBezTo>
                  <a:pt x="948267" y="514350"/>
                  <a:pt x="924983" y="1181100"/>
                  <a:pt x="1397000" y="1638300"/>
                </a:cubicBezTo>
                <a:cubicBezTo>
                  <a:pt x="1018117" y="1686983"/>
                  <a:pt x="340783" y="1672167"/>
                  <a:pt x="0" y="1638300"/>
                </a:cubicBezTo>
                <a:cubicBezTo>
                  <a:pt x="345017" y="1189567"/>
                  <a:pt x="531283" y="505883"/>
                  <a:pt x="425450" y="0"/>
                </a:cubicBezTo>
                <a:close/>
              </a:path>
            </a:pathLst>
          </a:cu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4602757" y="3399389"/>
            <a:ext cx="2059384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4646612" y="3352800"/>
            <a:ext cx="1971675" cy="790575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rgbClr val="22B10C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644" y="2220943"/>
            <a:ext cx="1251170" cy="75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Freeform 62"/>
          <p:cNvSpPr/>
          <p:nvPr/>
        </p:nvSpPr>
        <p:spPr>
          <a:xfrm flipH="1">
            <a:off x="4893469" y="3023149"/>
            <a:ext cx="1545431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 flipH="1">
            <a:off x="4775199" y="2971799"/>
            <a:ext cx="1714500" cy="790575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rgbClr val="5FA65A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4876799" y="2727600"/>
            <a:ext cx="1409702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 rot="17100000">
            <a:off x="5112491" y="2154325"/>
            <a:ext cx="1131809" cy="1440048"/>
          </a:xfrm>
          <a:custGeom>
            <a:avLst/>
            <a:gdLst>
              <a:gd name="connsiteX0" fmla="*/ 1111250 w 1131809"/>
              <a:gd name="connsiteY0" fmla="*/ 285917 h 1440048"/>
              <a:gd name="connsiteX1" fmla="*/ 1114930 w 1131809"/>
              <a:gd name="connsiteY1" fmla="*/ 326880 h 1440048"/>
              <a:gd name="connsiteX2" fmla="*/ 1083991 w 1131809"/>
              <a:gd name="connsiteY2" fmla="*/ 440525 h 1440048"/>
              <a:gd name="connsiteX3" fmla="*/ 1082087 w 1131809"/>
              <a:gd name="connsiteY3" fmla="*/ 443114 h 1440048"/>
              <a:gd name="connsiteX4" fmla="*/ 1091581 w 1131809"/>
              <a:gd name="connsiteY4" fmla="*/ 456024 h 1440048"/>
              <a:gd name="connsiteX5" fmla="*/ 1131809 w 1131809"/>
              <a:gd name="connsiteY5" fmla="*/ 603786 h 1440048"/>
              <a:gd name="connsiteX6" fmla="*/ 1117516 w 1131809"/>
              <a:gd name="connsiteY6" fmla="*/ 694655 h 1440048"/>
              <a:gd name="connsiteX7" fmla="*/ 1102261 w 1131809"/>
              <a:gd name="connsiteY7" fmla="*/ 731342 h 1440048"/>
              <a:gd name="connsiteX8" fmla="*/ 1111196 w 1131809"/>
              <a:gd name="connsiteY8" fmla="*/ 749811 h 1440048"/>
              <a:gd name="connsiteX9" fmla="*/ 1125432 w 1131809"/>
              <a:gd name="connsiteY9" fmla="*/ 828930 h 1440048"/>
              <a:gd name="connsiteX10" fmla="*/ 1014786 w 1131809"/>
              <a:gd name="connsiteY10" fmla="*/ 1016217 h 1440048"/>
              <a:gd name="connsiteX11" fmla="*/ 967741 w 1131809"/>
              <a:gd name="connsiteY11" fmla="*/ 1026873 h 1440048"/>
              <a:gd name="connsiteX12" fmla="*/ 970449 w 1131809"/>
              <a:gd name="connsiteY12" fmla="*/ 1040750 h 1440048"/>
              <a:gd name="connsiteX13" fmla="*/ 848982 w 1131809"/>
              <a:gd name="connsiteY13" fmla="*/ 1299884 h 1440048"/>
              <a:gd name="connsiteX14" fmla="*/ 735216 w 1131809"/>
              <a:gd name="connsiteY14" fmla="*/ 1281902 h 1440048"/>
              <a:gd name="connsiteX15" fmla="*/ 732155 w 1131809"/>
              <a:gd name="connsiteY15" fmla="*/ 1279740 h 1440048"/>
              <a:gd name="connsiteX16" fmla="*/ 724325 w 1131809"/>
              <a:gd name="connsiteY16" fmla="*/ 1296710 h 1440048"/>
              <a:gd name="connsiteX17" fmla="*/ 607913 w 1131809"/>
              <a:gd name="connsiteY17" fmla="*/ 1390917 h 1440048"/>
              <a:gd name="connsiteX18" fmla="*/ 521038 w 1131809"/>
              <a:gd name="connsiteY18" fmla="*/ 1391806 h 1440048"/>
              <a:gd name="connsiteX19" fmla="*/ 482249 w 1131809"/>
              <a:gd name="connsiteY19" fmla="*/ 1378304 h 1440048"/>
              <a:gd name="connsiteX20" fmla="*/ 469228 w 1131809"/>
              <a:gd name="connsiteY20" fmla="*/ 1395788 h 1440048"/>
              <a:gd name="connsiteX21" fmla="*/ 404035 w 1131809"/>
              <a:gd name="connsiteY21" fmla="*/ 1435557 h 1440048"/>
              <a:gd name="connsiteX22" fmla="*/ 151284 w 1131809"/>
              <a:gd name="connsiteY22" fmla="*/ 1219504 h 1440048"/>
              <a:gd name="connsiteX23" fmla="*/ 142668 w 1131809"/>
              <a:gd name="connsiteY23" fmla="*/ 1063150 h 1440048"/>
              <a:gd name="connsiteX24" fmla="*/ 144777 w 1131809"/>
              <a:gd name="connsiteY24" fmla="*/ 1055017 h 1440048"/>
              <a:gd name="connsiteX25" fmla="*/ 115642 w 1131809"/>
              <a:gd name="connsiteY25" fmla="*/ 1024152 h 1440048"/>
              <a:gd name="connsiteX26" fmla="*/ 18426 w 1131809"/>
              <a:gd name="connsiteY26" fmla="*/ 832080 h 1440048"/>
              <a:gd name="connsiteX27" fmla="*/ 47748 w 1131809"/>
              <a:gd name="connsiteY27" fmla="*/ 500728 h 1440048"/>
              <a:gd name="connsiteX28" fmla="*/ 63902 w 1131809"/>
              <a:gd name="connsiteY28" fmla="*/ 479036 h 1440048"/>
              <a:gd name="connsiteX29" fmla="*/ 49914 w 1131809"/>
              <a:gd name="connsiteY29" fmla="*/ 451622 h 1440048"/>
              <a:gd name="connsiteX30" fmla="*/ 37566 w 1131809"/>
              <a:gd name="connsiteY30" fmla="*/ 415678 h 1440048"/>
              <a:gd name="connsiteX31" fmla="*/ 113655 w 1131809"/>
              <a:gd name="connsiteY31" fmla="*/ 200523 h 1440048"/>
              <a:gd name="connsiteX32" fmla="*/ 166052 w 1131809"/>
              <a:gd name="connsiteY32" fmla="*/ 201789 h 1440048"/>
              <a:gd name="connsiteX33" fmla="*/ 190863 w 1131809"/>
              <a:gd name="connsiteY33" fmla="*/ 212488 h 1440048"/>
              <a:gd name="connsiteX34" fmla="*/ 193126 w 1131809"/>
              <a:gd name="connsiteY34" fmla="*/ 188725 h 1440048"/>
              <a:gd name="connsiteX35" fmla="*/ 332641 w 1131809"/>
              <a:gd name="connsiteY35" fmla="*/ 5245 h 1440048"/>
              <a:gd name="connsiteX36" fmla="*/ 578851 w 1131809"/>
              <a:gd name="connsiteY36" fmla="*/ 141658 h 1440048"/>
              <a:gd name="connsiteX37" fmla="*/ 597129 w 1131809"/>
              <a:gd name="connsiteY37" fmla="*/ 177481 h 1440048"/>
              <a:gd name="connsiteX38" fmla="*/ 601748 w 1131809"/>
              <a:gd name="connsiteY38" fmla="*/ 178004 h 1440048"/>
              <a:gd name="connsiteX39" fmla="*/ 649852 w 1131809"/>
              <a:gd name="connsiteY39" fmla="*/ 156768 h 1440048"/>
              <a:gd name="connsiteX40" fmla="*/ 708719 w 1131809"/>
              <a:gd name="connsiteY40" fmla="*/ 148448 h 1440048"/>
              <a:gd name="connsiteX41" fmla="*/ 800406 w 1131809"/>
              <a:gd name="connsiteY41" fmla="*/ 169217 h 1440048"/>
              <a:gd name="connsiteX42" fmla="*/ 812660 w 1131809"/>
              <a:gd name="connsiteY42" fmla="*/ 176679 h 1440048"/>
              <a:gd name="connsiteX43" fmla="*/ 832477 w 1131809"/>
              <a:gd name="connsiteY43" fmla="*/ 158334 h 1440048"/>
              <a:gd name="connsiteX44" fmla="*/ 933767 w 1131809"/>
              <a:gd name="connsiteY44" fmla="*/ 123620 h 1440048"/>
              <a:gd name="connsiteX45" fmla="*/ 1111250 w 1131809"/>
              <a:gd name="connsiteY45" fmla="*/ 285917 h 144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31809" h="1440048">
                <a:moveTo>
                  <a:pt x="1111250" y="285917"/>
                </a:moveTo>
                <a:cubicBezTo>
                  <a:pt x="1113663" y="299148"/>
                  <a:pt x="1114930" y="312848"/>
                  <a:pt x="1114930" y="326880"/>
                </a:cubicBezTo>
                <a:cubicBezTo>
                  <a:pt x="1114930" y="368977"/>
                  <a:pt x="1103525" y="408085"/>
                  <a:pt x="1083991" y="440525"/>
                </a:cubicBezTo>
                <a:lnTo>
                  <a:pt x="1082087" y="443114"/>
                </a:lnTo>
                <a:lnTo>
                  <a:pt x="1091581" y="456024"/>
                </a:lnTo>
                <a:cubicBezTo>
                  <a:pt x="1116979" y="498203"/>
                  <a:pt x="1131809" y="549052"/>
                  <a:pt x="1131809" y="603786"/>
                </a:cubicBezTo>
                <a:cubicBezTo>
                  <a:pt x="1131809" y="635715"/>
                  <a:pt x="1126763" y="666321"/>
                  <a:pt x="1117516" y="694655"/>
                </a:cubicBezTo>
                <a:lnTo>
                  <a:pt x="1102261" y="731342"/>
                </a:lnTo>
                <a:lnTo>
                  <a:pt x="1111196" y="749811"/>
                </a:lnTo>
                <a:cubicBezTo>
                  <a:pt x="1120363" y="774129"/>
                  <a:pt x="1125433" y="800865"/>
                  <a:pt x="1125432" y="828930"/>
                </a:cubicBezTo>
                <a:cubicBezTo>
                  <a:pt x="1125433" y="913123"/>
                  <a:pt x="1079808" y="985360"/>
                  <a:pt x="1014786" y="1016217"/>
                </a:cubicBezTo>
                <a:lnTo>
                  <a:pt x="967741" y="1026873"/>
                </a:lnTo>
                <a:lnTo>
                  <a:pt x="970449" y="1040750"/>
                </a:lnTo>
                <a:cubicBezTo>
                  <a:pt x="985824" y="1165942"/>
                  <a:pt x="936840" y="1276342"/>
                  <a:pt x="848982" y="1299884"/>
                </a:cubicBezTo>
                <a:cubicBezTo>
                  <a:pt x="811329" y="1309973"/>
                  <a:pt x="771882" y="1302676"/>
                  <a:pt x="735216" y="1281902"/>
                </a:cubicBezTo>
                <a:lnTo>
                  <a:pt x="732155" y="1279740"/>
                </a:lnTo>
                <a:lnTo>
                  <a:pt x="724325" y="1296710"/>
                </a:lnTo>
                <a:cubicBezTo>
                  <a:pt x="696544" y="1343938"/>
                  <a:pt x="656870" y="1377799"/>
                  <a:pt x="607913" y="1390917"/>
                </a:cubicBezTo>
                <a:cubicBezTo>
                  <a:pt x="579354" y="1398569"/>
                  <a:pt x="550002" y="1398530"/>
                  <a:pt x="521038" y="1391806"/>
                </a:cubicBezTo>
                <a:lnTo>
                  <a:pt x="482249" y="1378304"/>
                </a:lnTo>
                <a:lnTo>
                  <a:pt x="469228" y="1395788"/>
                </a:lnTo>
                <a:cubicBezTo>
                  <a:pt x="451067" y="1415015"/>
                  <a:pt x="429138" y="1428831"/>
                  <a:pt x="404035" y="1435557"/>
                </a:cubicBezTo>
                <a:cubicBezTo>
                  <a:pt x="303626" y="1462462"/>
                  <a:pt x="190465" y="1365731"/>
                  <a:pt x="151284" y="1219504"/>
                </a:cubicBezTo>
                <a:cubicBezTo>
                  <a:pt x="136591" y="1164669"/>
                  <a:pt x="134388" y="1110660"/>
                  <a:pt x="142668" y="1063150"/>
                </a:cubicBezTo>
                <a:lnTo>
                  <a:pt x="144777" y="1055017"/>
                </a:lnTo>
                <a:lnTo>
                  <a:pt x="115642" y="1024152"/>
                </a:lnTo>
                <a:cubicBezTo>
                  <a:pt x="73127" y="973280"/>
                  <a:pt x="38626" y="907464"/>
                  <a:pt x="18426" y="832080"/>
                </a:cubicBezTo>
                <a:cubicBezTo>
                  <a:pt x="-15239" y="706439"/>
                  <a:pt x="-1209" y="583954"/>
                  <a:pt x="47748" y="500728"/>
                </a:cubicBezTo>
                <a:lnTo>
                  <a:pt x="63902" y="479036"/>
                </a:lnTo>
                <a:lnTo>
                  <a:pt x="49914" y="451622"/>
                </a:lnTo>
                <a:cubicBezTo>
                  <a:pt x="45083" y="440238"/>
                  <a:pt x="40928" y="428224"/>
                  <a:pt x="37566" y="415678"/>
                </a:cubicBezTo>
                <a:cubicBezTo>
                  <a:pt x="10674" y="315317"/>
                  <a:pt x="44741" y="218989"/>
                  <a:pt x="113655" y="200523"/>
                </a:cubicBezTo>
                <a:cubicBezTo>
                  <a:pt x="130884" y="195907"/>
                  <a:pt x="148659" y="196594"/>
                  <a:pt x="166052" y="201789"/>
                </a:cubicBezTo>
                <a:lnTo>
                  <a:pt x="190863" y="212488"/>
                </a:lnTo>
                <a:lnTo>
                  <a:pt x="193126" y="188725"/>
                </a:lnTo>
                <a:cubicBezTo>
                  <a:pt x="209241" y="96262"/>
                  <a:pt x="259362" y="24880"/>
                  <a:pt x="332641" y="5245"/>
                </a:cubicBezTo>
                <a:cubicBezTo>
                  <a:pt x="420578" y="-18318"/>
                  <a:pt x="516889" y="39327"/>
                  <a:pt x="578851" y="141658"/>
                </a:cubicBezTo>
                <a:lnTo>
                  <a:pt x="597129" y="177481"/>
                </a:lnTo>
                <a:lnTo>
                  <a:pt x="601748" y="178004"/>
                </a:lnTo>
                <a:lnTo>
                  <a:pt x="649852" y="156768"/>
                </a:lnTo>
                <a:cubicBezTo>
                  <a:pt x="668668" y="151337"/>
                  <a:pt x="688393" y="148448"/>
                  <a:pt x="708719" y="148448"/>
                </a:cubicBezTo>
                <a:cubicBezTo>
                  <a:pt x="741242" y="148448"/>
                  <a:pt x="772225" y="155843"/>
                  <a:pt x="800406" y="169217"/>
                </a:cubicBezTo>
                <a:lnTo>
                  <a:pt x="812660" y="176679"/>
                </a:lnTo>
                <a:lnTo>
                  <a:pt x="832477" y="158334"/>
                </a:lnTo>
                <a:cubicBezTo>
                  <a:pt x="861391" y="136417"/>
                  <a:pt x="896247" y="123620"/>
                  <a:pt x="933767" y="123620"/>
                </a:cubicBezTo>
                <a:cubicBezTo>
                  <a:pt x="1021314" y="123620"/>
                  <a:pt x="1094357" y="193294"/>
                  <a:pt x="1111250" y="285917"/>
                </a:cubicBezTo>
                <a:close/>
              </a:path>
            </a:pathLst>
          </a:custGeom>
          <a:solidFill>
            <a:srgbClr val="40BD0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flipV="1">
            <a:off x="5207559" y="2714060"/>
            <a:ext cx="983669" cy="473575"/>
          </a:xfrm>
          <a:custGeom>
            <a:avLst/>
            <a:gdLst>
              <a:gd name="connsiteX0" fmla="*/ 971693 w 983669"/>
              <a:gd name="connsiteY0" fmla="*/ 473575 h 473575"/>
              <a:gd name="connsiteX1" fmla="*/ 976937 w 983669"/>
              <a:gd name="connsiteY1" fmla="*/ 455738 h 473575"/>
              <a:gd name="connsiteX2" fmla="*/ 961906 w 983669"/>
              <a:gd name="connsiteY2" fmla="*/ 404616 h 473575"/>
              <a:gd name="connsiteX3" fmla="*/ 952473 w 983669"/>
              <a:gd name="connsiteY3" fmla="*/ 392682 h 473575"/>
              <a:gd name="connsiteX4" fmla="*/ 968579 w 983669"/>
              <a:gd name="connsiteY4" fmla="*/ 368976 h 473575"/>
              <a:gd name="connsiteX5" fmla="*/ 983669 w 983669"/>
              <a:gd name="connsiteY5" fmla="*/ 310261 h 473575"/>
              <a:gd name="connsiteX6" fmla="*/ 941197 w 983669"/>
              <a:gd name="connsiteY6" fmla="*/ 214784 h 473575"/>
              <a:gd name="connsiteX7" fmla="*/ 931173 w 983669"/>
              <a:gd name="connsiteY7" fmla="*/ 206442 h 473575"/>
              <a:gd name="connsiteX8" fmla="*/ 933184 w 983669"/>
              <a:gd name="connsiteY8" fmla="*/ 204770 h 473575"/>
              <a:gd name="connsiteX9" fmla="*/ 965849 w 983669"/>
              <a:gd name="connsiteY9" fmla="*/ 131338 h 473575"/>
              <a:gd name="connsiteX10" fmla="*/ 774580 w 983669"/>
              <a:gd name="connsiteY10" fmla="*/ 0 h 473575"/>
              <a:gd name="connsiteX11" fmla="*/ 667640 w 983669"/>
              <a:gd name="connsiteY11" fmla="*/ 22431 h 473575"/>
              <a:gd name="connsiteX12" fmla="*/ 646717 w 983669"/>
              <a:gd name="connsiteY12" fmla="*/ 34285 h 473575"/>
              <a:gd name="connsiteX13" fmla="*/ 633780 w 983669"/>
              <a:gd name="connsiteY13" fmla="*/ 29463 h 473575"/>
              <a:gd name="connsiteX14" fmla="*/ 536979 w 983669"/>
              <a:gd name="connsiteY14" fmla="*/ 16043 h 473575"/>
              <a:gd name="connsiteX15" fmla="*/ 474828 w 983669"/>
              <a:gd name="connsiteY15" fmla="*/ 21419 h 473575"/>
              <a:gd name="connsiteX16" fmla="*/ 424040 w 983669"/>
              <a:gd name="connsiteY16" fmla="*/ 35140 h 473575"/>
              <a:gd name="connsiteX17" fmla="*/ 399566 w 983669"/>
              <a:gd name="connsiteY17" fmla="*/ 33446 h 473575"/>
              <a:gd name="connsiteX18" fmla="*/ 240964 w 983669"/>
              <a:gd name="connsiteY18" fmla="*/ 91352 h 473575"/>
              <a:gd name="connsiteX19" fmla="*/ 239428 w 983669"/>
              <a:gd name="connsiteY19" fmla="*/ 93294 h 473575"/>
              <a:gd name="connsiteX20" fmla="*/ 223345 w 983669"/>
              <a:gd name="connsiteY20" fmla="*/ 92181 h 473575"/>
              <a:gd name="connsiteX21" fmla="*/ 0 w 983669"/>
              <a:gd name="connsiteY21" fmla="*/ 245544 h 473575"/>
              <a:gd name="connsiteX22" fmla="*/ 3270 w 983669"/>
              <a:gd name="connsiteY22" fmla="*/ 263369 h 473575"/>
              <a:gd name="connsiteX23" fmla="*/ 29250 w 983669"/>
              <a:gd name="connsiteY23" fmla="*/ 229321 h 473575"/>
              <a:gd name="connsiteX24" fmla="*/ 68608 w 983669"/>
              <a:gd name="connsiteY24" fmla="*/ 202488 h 473575"/>
              <a:gd name="connsiteX25" fmla="*/ 95552 w 983669"/>
              <a:gd name="connsiteY25" fmla="*/ 192609 h 473575"/>
              <a:gd name="connsiteX26" fmla="*/ 177738 w 983669"/>
              <a:gd name="connsiteY26" fmla="*/ 192938 h 473575"/>
              <a:gd name="connsiteX27" fmla="*/ 179826 w 983669"/>
              <a:gd name="connsiteY27" fmla="*/ 193754 h 473575"/>
              <a:gd name="connsiteX28" fmla="*/ 186813 w 983669"/>
              <a:gd name="connsiteY28" fmla="*/ 185023 h 473575"/>
              <a:gd name="connsiteX29" fmla="*/ 279141 w 983669"/>
              <a:gd name="connsiteY29" fmla="*/ 131223 h 473575"/>
              <a:gd name="connsiteX30" fmla="*/ 342969 w 983669"/>
              <a:gd name="connsiteY30" fmla="*/ 124446 h 473575"/>
              <a:gd name="connsiteX31" fmla="*/ 370451 w 983669"/>
              <a:gd name="connsiteY31" fmla="*/ 128102 h 473575"/>
              <a:gd name="connsiteX32" fmla="*/ 381286 w 983669"/>
              <a:gd name="connsiteY32" fmla="*/ 118745 h 473575"/>
              <a:gd name="connsiteX33" fmla="*/ 432042 w 983669"/>
              <a:gd name="connsiteY33" fmla="*/ 94861 h 473575"/>
              <a:gd name="connsiteX34" fmla="*/ 578257 w 983669"/>
              <a:gd name="connsiteY34" fmla="*/ 135613 h 473575"/>
              <a:gd name="connsiteX35" fmla="*/ 593936 w 983669"/>
              <a:gd name="connsiteY35" fmla="*/ 165397 h 473575"/>
              <a:gd name="connsiteX36" fmla="*/ 602800 w 983669"/>
              <a:gd name="connsiteY36" fmla="*/ 161066 h 473575"/>
              <a:gd name="connsiteX37" fmla="*/ 799396 w 983669"/>
              <a:gd name="connsiteY37" fmla="*/ 196136 h 473575"/>
              <a:gd name="connsiteX38" fmla="*/ 807822 w 983669"/>
              <a:gd name="connsiteY38" fmla="*/ 276063 h 473575"/>
              <a:gd name="connsiteX39" fmla="*/ 806917 w 983669"/>
              <a:gd name="connsiteY39" fmla="*/ 278516 h 473575"/>
              <a:gd name="connsiteX40" fmla="*/ 819769 w 983669"/>
              <a:gd name="connsiteY40" fmla="*/ 280729 h 473575"/>
              <a:gd name="connsiteX41" fmla="*/ 904290 w 983669"/>
              <a:gd name="connsiteY41" fmla="*/ 342178 h 473575"/>
              <a:gd name="connsiteX42" fmla="*/ 920578 w 983669"/>
              <a:gd name="connsiteY42" fmla="*/ 400572 h 473575"/>
              <a:gd name="connsiteX43" fmla="*/ 918483 w 983669"/>
              <a:gd name="connsiteY43" fmla="*/ 429154 h 473575"/>
              <a:gd name="connsiteX44" fmla="*/ 932619 w 983669"/>
              <a:gd name="connsiteY44" fmla="*/ 434773 h 473575"/>
              <a:gd name="connsiteX45" fmla="*/ 971198 w 983669"/>
              <a:gd name="connsiteY45" fmla="*/ 471531 h 47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83669" h="473575">
                <a:moveTo>
                  <a:pt x="971693" y="473575"/>
                </a:moveTo>
                <a:lnTo>
                  <a:pt x="976937" y="455738"/>
                </a:lnTo>
                <a:cubicBezTo>
                  <a:pt x="976937" y="437604"/>
                  <a:pt x="971585" y="420329"/>
                  <a:pt x="961906" y="404616"/>
                </a:cubicBezTo>
                <a:lnTo>
                  <a:pt x="952473" y="392682"/>
                </a:lnTo>
                <a:lnTo>
                  <a:pt x="968579" y="368976"/>
                </a:lnTo>
                <a:cubicBezTo>
                  <a:pt x="978341" y="350668"/>
                  <a:pt x="983669" y="330892"/>
                  <a:pt x="983669" y="310261"/>
                </a:cubicBezTo>
                <a:cubicBezTo>
                  <a:pt x="983669" y="274894"/>
                  <a:pt x="968012" y="242039"/>
                  <a:pt x="941197" y="214784"/>
                </a:cubicBezTo>
                <a:lnTo>
                  <a:pt x="931173" y="206442"/>
                </a:lnTo>
                <a:lnTo>
                  <a:pt x="933184" y="204770"/>
                </a:lnTo>
                <a:cubicBezTo>
                  <a:pt x="953807" y="183808"/>
                  <a:pt x="965849" y="158539"/>
                  <a:pt x="965849" y="131338"/>
                </a:cubicBezTo>
                <a:cubicBezTo>
                  <a:pt x="965849" y="58802"/>
                  <a:pt x="880215" y="0"/>
                  <a:pt x="774580" y="0"/>
                </a:cubicBezTo>
                <a:cubicBezTo>
                  <a:pt x="734967" y="0"/>
                  <a:pt x="698167" y="8269"/>
                  <a:pt x="667640" y="22431"/>
                </a:cubicBezTo>
                <a:lnTo>
                  <a:pt x="646717" y="34285"/>
                </a:lnTo>
                <a:lnTo>
                  <a:pt x="633780" y="29463"/>
                </a:lnTo>
                <a:cubicBezTo>
                  <a:pt x="604027" y="20821"/>
                  <a:pt x="571316" y="16043"/>
                  <a:pt x="536979" y="16043"/>
                </a:cubicBezTo>
                <a:cubicBezTo>
                  <a:pt x="515519" y="16043"/>
                  <a:pt x="494693" y="17910"/>
                  <a:pt x="474828" y="21419"/>
                </a:cubicBezTo>
                <a:lnTo>
                  <a:pt x="424040" y="35140"/>
                </a:lnTo>
                <a:lnTo>
                  <a:pt x="399566" y="33446"/>
                </a:lnTo>
                <a:cubicBezTo>
                  <a:pt x="333545" y="33446"/>
                  <a:pt x="275336" y="56416"/>
                  <a:pt x="240964" y="91352"/>
                </a:cubicBezTo>
                <a:lnTo>
                  <a:pt x="239428" y="93294"/>
                </a:lnTo>
                <a:lnTo>
                  <a:pt x="223345" y="92181"/>
                </a:lnTo>
                <a:cubicBezTo>
                  <a:pt x="99995" y="92181"/>
                  <a:pt x="0" y="160844"/>
                  <a:pt x="0" y="245544"/>
                </a:cubicBezTo>
                <a:lnTo>
                  <a:pt x="3270" y="263369"/>
                </a:lnTo>
                <a:lnTo>
                  <a:pt x="29250" y="229321"/>
                </a:lnTo>
                <a:cubicBezTo>
                  <a:pt x="40519" y="218651"/>
                  <a:pt x="53763" y="209516"/>
                  <a:pt x="68608" y="202488"/>
                </a:cubicBezTo>
                <a:cubicBezTo>
                  <a:pt x="77090" y="198472"/>
                  <a:pt x="86095" y="195143"/>
                  <a:pt x="95552" y="192609"/>
                </a:cubicBezTo>
                <a:cubicBezTo>
                  <a:pt x="123926" y="185007"/>
                  <a:pt x="152345" y="185631"/>
                  <a:pt x="177738" y="192938"/>
                </a:cubicBezTo>
                <a:lnTo>
                  <a:pt x="179826" y="193754"/>
                </a:lnTo>
                <a:lnTo>
                  <a:pt x="186813" y="185023"/>
                </a:lnTo>
                <a:cubicBezTo>
                  <a:pt x="210655" y="160287"/>
                  <a:pt x="242250" y="141108"/>
                  <a:pt x="279141" y="131223"/>
                </a:cubicBezTo>
                <a:cubicBezTo>
                  <a:pt x="300661" y="125457"/>
                  <a:pt x="322201" y="123331"/>
                  <a:pt x="342969" y="124446"/>
                </a:cubicBezTo>
                <a:lnTo>
                  <a:pt x="370451" y="128102"/>
                </a:lnTo>
                <a:lnTo>
                  <a:pt x="381286" y="118745"/>
                </a:lnTo>
                <a:cubicBezTo>
                  <a:pt x="396021" y="108174"/>
                  <a:pt x="413125" y="99928"/>
                  <a:pt x="432042" y="94861"/>
                </a:cubicBezTo>
                <a:cubicBezTo>
                  <a:pt x="488788" y="79655"/>
                  <a:pt x="545717" y="97360"/>
                  <a:pt x="578257" y="135613"/>
                </a:cubicBezTo>
                <a:lnTo>
                  <a:pt x="593936" y="165397"/>
                </a:lnTo>
                <a:lnTo>
                  <a:pt x="602800" y="161066"/>
                </a:lnTo>
                <a:cubicBezTo>
                  <a:pt x="684404" y="128093"/>
                  <a:pt x="767661" y="141170"/>
                  <a:pt x="799396" y="196136"/>
                </a:cubicBezTo>
                <a:cubicBezTo>
                  <a:pt x="812996" y="219692"/>
                  <a:pt x="815202" y="247598"/>
                  <a:pt x="807822" y="276063"/>
                </a:cubicBezTo>
                <a:lnTo>
                  <a:pt x="806917" y="278516"/>
                </a:lnTo>
                <a:lnTo>
                  <a:pt x="819769" y="280729"/>
                </a:lnTo>
                <a:cubicBezTo>
                  <a:pt x="856619" y="290924"/>
                  <a:pt x="886606" y="311549"/>
                  <a:pt x="904290" y="342178"/>
                </a:cubicBezTo>
                <a:cubicBezTo>
                  <a:pt x="914605" y="360045"/>
                  <a:pt x="919880" y="379835"/>
                  <a:pt x="920578" y="400572"/>
                </a:cubicBezTo>
                <a:lnTo>
                  <a:pt x="918483" y="429154"/>
                </a:lnTo>
                <a:lnTo>
                  <a:pt x="932619" y="434773"/>
                </a:lnTo>
                <a:cubicBezTo>
                  <a:pt x="948858" y="443541"/>
                  <a:pt x="962131" y="455826"/>
                  <a:pt x="971198" y="471531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flipV="1">
            <a:off x="5356546" y="2445369"/>
            <a:ext cx="551805" cy="269554"/>
          </a:xfrm>
          <a:custGeom>
            <a:avLst/>
            <a:gdLst>
              <a:gd name="connsiteX0" fmla="*/ 543942 w 551805"/>
              <a:gd name="connsiteY0" fmla="*/ 269554 h 269554"/>
              <a:gd name="connsiteX1" fmla="*/ 548029 w 551805"/>
              <a:gd name="connsiteY1" fmla="*/ 255654 h 269554"/>
              <a:gd name="connsiteX2" fmla="*/ 539597 w 551805"/>
              <a:gd name="connsiteY2" fmla="*/ 226976 h 269554"/>
              <a:gd name="connsiteX3" fmla="*/ 534305 w 551805"/>
              <a:gd name="connsiteY3" fmla="*/ 220281 h 269554"/>
              <a:gd name="connsiteX4" fmla="*/ 543340 w 551805"/>
              <a:gd name="connsiteY4" fmla="*/ 206983 h 269554"/>
              <a:gd name="connsiteX5" fmla="*/ 551805 w 551805"/>
              <a:gd name="connsiteY5" fmla="*/ 174046 h 269554"/>
              <a:gd name="connsiteX6" fmla="*/ 527980 w 551805"/>
              <a:gd name="connsiteY6" fmla="*/ 120487 h 269554"/>
              <a:gd name="connsiteX7" fmla="*/ 522357 w 551805"/>
              <a:gd name="connsiteY7" fmla="*/ 115807 h 269554"/>
              <a:gd name="connsiteX8" fmla="*/ 523484 w 551805"/>
              <a:gd name="connsiteY8" fmla="*/ 114869 h 269554"/>
              <a:gd name="connsiteX9" fmla="*/ 541809 w 551805"/>
              <a:gd name="connsiteY9" fmla="*/ 73676 h 269554"/>
              <a:gd name="connsiteX10" fmla="*/ 434513 w 551805"/>
              <a:gd name="connsiteY10" fmla="*/ 0 h 269554"/>
              <a:gd name="connsiteX11" fmla="*/ 374523 w 551805"/>
              <a:gd name="connsiteY11" fmla="*/ 12583 h 269554"/>
              <a:gd name="connsiteX12" fmla="*/ 362786 w 551805"/>
              <a:gd name="connsiteY12" fmla="*/ 19232 h 269554"/>
              <a:gd name="connsiteX13" fmla="*/ 355529 w 551805"/>
              <a:gd name="connsiteY13" fmla="*/ 16528 h 269554"/>
              <a:gd name="connsiteX14" fmla="*/ 301227 w 551805"/>
              <a:gd name="connsiteY14" fmla="*/ 9000 h 269554"/>
              <a:gd name="connsiteX15" fmla="*/ 266363 w 551805"/>
              <a:gd name="connsiteY15" fmla="*/ 12015 h 269554"/>
              <a:gd name="connsiteX16" fmla="*/ 237872 w 551805"/>
              <a:gd name="connsiteY16" fmla="*/ 19713 h 269554"/>
              <a:gd name="connsiteX17" fmla="*/ 224143 w 551805"/>
              <a:gd name="connsiteY17" fmla="*/ 18762 h 269554"/>
              <a:gd name="connsiteX18" fmla="*/ 135172 w 551805"/>
              <a:gd name="connsiteY18" fmla="*/ 51245 h 269554"/>
              <a:gd name="connsiteX19" fmla="*/ 134311 w 551805"/>
              <a:gd name="connsiteY19" fmla="*/ 52335 h 269554"/>
              <a:gd name="connsiteX20" fmla="*/ 125289 w 551805"/>
              <a:gd name="connsiteY20" fmla="*/ 51710 h 269554"/>
              <a:gd name="connsiteX21" fmla="*/ 0 w 551805"/>
              <a:gd name="connsiteY21" fmla="*/ 137742 h 269554"/>
              <a:gd name="connsiteX22" fmla="*/ 15122 w 551805"/>
              <a:gd name="connsiteY22" fmla="*/ 178749 h 269554"/>
              <a:gd name="connsiteX23" fmla="*/ 16487 w 551805"/>
              <a:gd name="connsiteY23" fmla="*/ 179781 h 269554"/>
              <a:gd name="connsiteX24" fmla="*/ 19009 w 551805"/>
              <a:gd name="connsiteY24" fmla="*/ 171910 h 269554"/>
              <a:gd name="connsiteX25" fmla="*/ 56517 w 551805"/>
              <a:gd name="connsiteY25" fmla="*/ 136635 h 269554"/>
              <a:gd name="connsiteX26" fmla="*/ 71632 w 551805"/>
              <a:gd name="connsiteY26" fmla="*/ 131094 h 269554"/>
              <a:gd name="connsiteX27" fmla="*/ 117735 w 551805"/>
              <a:gd name="connsiteY27" fmla="*/ 131278 h 269554"/>
              <a:gd name="connsiteX28" fmla="*/ 118907 w 551805"/>
              <a:gd name="connsiteY28" fmla="*/ 131736 h 269554"/>
              <a:gd name="connsiteX29" fmla="*/ 122826 w 551805"/>
              <a:gd name="connsiteY29" fmla="*/ 126839 h 269554"/>
              <a:gd name="connsiteX30" fmla="*/ 174619 w 551805"/>
              <a:gd name="connsiteY30" fmla="*/ 96659 h 269554"/>
              <a:gd name="connsiteX31" fmla="*/ 210424 w 551805"/>
              <a:gd name="connsiteY31" fmla="*/ 92857 h 269554"/>
              <a:gd name="connsiteX32" fmla="*/ 225841 w 551805"/>
              <a:gd name="connsiteY32" fmla="*/ 94908 h 269554"/>
              <a:gd name="connsiteX33" fmla="*/ 231919 w 551805"/>
              <a:gd name="connsiteY33" fmla="*/ 89658 h 269554"/>
              <a:gd name="connsiteX34" fmla="*/ 260391 w 551805"/>
              <a:gd name="connsiteY34" fmla="*/ 76260 h 269554"/>
              <a:gd name="connsiteX35" fmla="*/ 342413 w 551805"/>
              <a:gd name="connsiteY35" fmla="*/ 99121 h 269554"/>
              <a:gd name="connsiteX36" fmla="*/ 351208 w 551805"/>
              <a:gd name="connsiteY36" fmla="*/ 115829 h 269554"/>
              <a:gd name="connsiteX37" fmla="*/ 356181 w 551805"/>
              <a:gd name="connsiteY37" fmla="*/ 113399 h 269554"/>
              <a:gd name="connsiteX38" fmla="*/ 466464 w 551805"/>
              <a:gd name="connsiteY38" fmla="*/ 133072 h 269554"/>
              <a:gd name="connsiteX39" fmla="*/ 471191 w 551805"/>
              <a:gd name="connsiteY39" fmla="*/ 177909 h 269554"/>
              <a:gd name="connsiteX40" fmla="*/ 470684 w 551805"/>
              <a:gd name="connsiteY40" fmla="*/ 179285 h 269554"/>
              <a:gd name="connsiteX41" fmla="*/ 477893 w 551805"/>
              <a:gd name="connsiteY41" fmla="*/ 180526 h 269554"/>
              <a:gd name="connsiteX42" fmla="*/ 525306 w 551805"/>
              <a:gd name="connsiteY42" fmla="*/ 214997 h 269554"/>
              <a:gd name="connsiteX43" fmla="*/ 534444 w 551805"/>
              <a:gd name="connsiteY43" fmla="*/ 247754 h 269554"/>
              <a:gd name="connsiteX44" fmla="*/ 533268 w 551805"/>
              <a:gd name="connsiteY44" fmla="*/ 263788 h 269554"/>
              <a:gd name="connsiteX45" fmla="*/ 541198 w 551805"/>
              <a:gd name="connsiteY45" fmla="*/ 266940 h 26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1805" h="269554">
                <a:moveTo>
                  <a:pt x="543942" y="269554"/>
                </a:moveTo>
                <a:lnTo>
                  <a:pt x="548029" y="255654"/>
                </a:lnTo>
                <a:cubicBezTo>
                  <a:pt x="548029" y="245481"/>
                  <a:pt x="545026" y="235790"/>
                  <a:pt x="539597" y="226976"/>
                </a:cubicBezTo>
                <a:lnTo>
                  <a:pt x="534305" y="220281"/>
                </a:lnTo>
                <a:lnTo>
                  <a:pt x="543340" y="206983"/>
                </a:lnTo>
                <a:cubicBezTo>
                  <a:pt x="548817" y="196713"/>
                  <a:pt x="551805" y="185619"/>
                  <a:pt x="551805" y="174046"/>
                </a:cubicBezTo>
                <a:cubicBezTo>
                  <a:pt x="551805" y="154206"/>
                  <a:pt x="543022" y="135775"/>
                  <a:pt x="527980" y="120487"/>
                </a:cubicBezTo>
                <a:lnTo>
                  <a:pt x="522357" y="115807"/>
                </a:lnTo>
                <a:lnTo>
                  <a:pt x="523484" y="114869"/>
                </a:lnTo>
                <a:cubicBezTo>
                  <a:pt x="535054" y="103110"/>
                  <a:pt x="541809" y="88935"/>
                  <a:pt x="541809" y="73676"/>
                </a:cubicBezTo>
                <a:cubicBezTo>
                  <a:pt x="541809" y="32986"/>
                  <a:pt x="493771" y="0"/>
                  <a:pt x="434513" y="0"/>
                </a:cubicBezTo>
                <a:cubicBezTo>
                  <a:pt x="412292" y="0"/>
                  <a:pt x="391648" y="4639"/>
                  <a:pt x="374523" y="12583"/>
                </a:cubicBezTo>
                <a:lnTo>
                  <a:pt x="362786" y="19232"/>
                </a:lnTo>
                <a:lnTo>
                  <a:pt x="355529" y="16528"/>
                </a:lnTo>
                <a:cubicBezTo>
                  <a:pt x="338839" y="11680"/>
                  <a:pt x="320489" y="9000"/>
                  <a:pt x="301227" y="9000"/>
                </a:cubicBezTo>
                <a:cubicBezTo>
                  <a:pt x="289189" y="9000"/>
                  <a:pt x="277506" y="10047"/>
                  <a:pt x="266363" y="12015"/>
                </a:cubicBezTo>
                <a:lnTo>
                  <a:pt x="237872" y="19713"/>
                </a:lnTo>
                <a:lnTo>
                  <a:pt x="224143" y="18762"/>
                </a:lnTo>
                <a:cubicBezTo>
                  <a:pt x="187108" y="18762"/>
                  <a:pt x="154454" y="31647"/>
                  <a:pt x="135172" y="51245"/>
                </a:cubicBezTo>
                <a:lnTo>
                  <a:pt x="134311" y="52335"/>
                </a:lnTo>
                <a:lnTo>
                  <a:pt x="125289" y="51710"/>
                </a:lnTo>
                <a:cubicBezTo>
                  <a:pt x="56094" y="51710"/>
                  <a:pt x="0" y="90228"/>
                  <a:pt x="0" y="137742"/>
                </a:cubicBezTo>
                <a:cubicBezTo>
                  <a:pt x="0" y="152590"/>
                  <a:pt x="5478" y="166559"/>
                  <a:pt x="15122" y="178749"/>
                </a:cubicBezTo>
                <a:lnTo>
                  <a:pt x="16487" y="179781"/>
                </a:lnTo>
                <a:lnTo>
                  <a:pt x="19009" y="171910"/>
                </a:lnTo>
                <a:cubicBezTo>
                  <a:pt x="26800" y="157132"/>
                  <a:pt x="39863" y="144521"/>
                  <a:pt x="56517" y="136635"/>
                </a:cubicBezTo>
                <a:cubicBezTo>
                  <a:pt x="61275" y="134383"/>
                  <a:pt x="66327" y="132516"/>
                  <a:pt x="71632" y="131094"/>
                </a:cubicBezTo>
                <a:cubicBezTo>
                  <a:pt x="87549" y="126829"/>
                  <a:pt x="103491" y="127179"/>
                  <a:pt x="117735" y="131278"/>
                </a:cubicBezTo>
                <a:lnTo>
                  <a:pt x="118907" y="131736"/>
                </a:lnTo>
                <a:lnTo>
                  <a:pt x="122826" y="126839"/>
                </a:lnTo>
                <a:cubicBezTo>
                  <a:pt x="136201" y="112962"/>
                  <a:pt x="153924" y="102204"/>
                  <a:pt x="174619" y="96659"/>
                </a:cubicBezTo>
                <a:cubicBezTo>
                  <a:pt x="186691" y="93424"/>
                  <a:pt x="198775" y="92231"/>
                  <a:pt x="210424" y="92857"/>
                </a:cubicBezTo>
                <a:lnTo>
                  <a:pt x="225841" y="94908"/>
                </a:lnTo>
                <a:lnTo>
                  <a:pt x="231919" y="89658"/>
                </a:lnTo>
                <a:cubicBezTo>
                  <a:pt x="240185" y="83729"/>
                  <a:pt x="249780" y="79103"/>
                  <a:pt x="260391" y="76260"/>
                </a:cubicBezTo>
                <a:cubicBezTo>
                  <a:pt x="292224" y="67730"/>
                  <a:pt x="324159" y="77663"/>
                  <a:pt x="342413" y="99121"/>
                </a:cubicBezTo>
                <a:lnTo>
                  <a:pt x="351208" y="115829"/>
                </a:lnTo>
                <a:lnTo>
                  <a:pt x="356181" y="113399"/>
                </a:lnTo>
                <a:cubicBezTo>
                  <a:pt x="401958" y="94903"/>
                  <a:pt x="448662" y="102239"/>
                  <a:pt x="466464" y="133072"/>
                </a:cubicBezTo>
                <a:cubicBezTo>
                  <a:pt x="474093" y="146287"/>
                  <a:pt x="475331" y="161941"/>
                  <a:pt x="471191" y="177909"/>
                </a:cubicBezTo>
                <a:lnTo>
                  <a:pt x="470684" y="179285"/>
                </a:lnTo>
                <a:lnTo>
                  <a:pt x="477893" y="180526"/>
                </a:lnTo>
                <a:cubicBezTo>
                  <a:pt x="498564" y="186245"/>
                  <a:pt x="515386" y="197815"/>
                  <a:pt x="525306" y="214997"/>
                </a:cubicBezTo>
                <a:cubicBezTo>
                  <a:pt x="531093" y="225020"/>
                  <a:pt x="534052" y="236122"/>
                  <a:pt x="534444" y="247754"/>
                </a:cubicBezTo>
                <a:lnTo>
                  <a:pt x="533268" y="263788"/>
                </a:lnTo>
                <a:lnTo>
                  <a:pt x="541198" y="26694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0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401341" y="2168282"/>
            <a:ext cx="2462214" cy="2462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458459" y="2997474"/>
            <a:ext cx="347980" cy="1580600"/>
          </a:xfrm>
          <a:custGeom>
            <a:avLst/>
            <a:gdLst>
              <a:gd name="connsiteX0" fmla="*/ 0 w 552450"/>
              <a:gd name="connsiteY0" fmla="*/ 0 h 1644650"/>
              <a:gd name="connsiteX1" fmla="*/ 552450 w 552450"/>
              <a:gd name="connsiteY1" fmla="*/ 0 h 1644650"/>
              <a:gd name="connsiteX2" fmla="*/ 552450 w 552450"/>
              <a:gd name="connsiteY2" fmla="*/ 1644650 h 1644650"/>
              <a:gd name="connsiteX3" fmla="*/ 0 w 552450"/>
              <a:gd name="connsiteY3" fmla="*/ 1644650 h 1644650"/>
              <a:gd name="connsiteX4" fmla="*/ 0 w 552450"/>
              <a:gd name="connsiteY4" fmla="*/ 0 h 1644650"/>
              <a:gd name="connsiteX0" fmla="*/ 311150 w 863600"/>
              <a:gd name="connsiteY0" fmla="*/ 0 h 1670050"/>
              <a:gd name="connsiteX1" fmla="*/ 863600 w 863600"/>
              <a:gd name="connsiteY1" fmla="*/ 0 h 1670050"/>
              <a:gd name="connsiteX2" fmla="*/ 863600 w 863600"/>
              <a:gd name="connsiteY2" fmla="*/ 1644650 h 1670050"/>
              <a:gd name="connsiteX3" fmla="*/ 0 w 863600"/>
              <a:gd name="connsiteY3" fmla="*/ 1670050 h 1670050"/>
              <a:gd name="connsiteX4" fmla="*/ 311150 w 863600"/>
              <a:gd name="connsiteY4" fmla="*/ 0 h 167005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76400"/>
              <a:gd name="connsiteX1" fmla="*/ 863600 w 1098550"/>
              <a:gd name="connsiteY1" fmla="*/ 0 h 1676400"/>
              <a:gd name="connsiteX2" fmla="*/ 1098550 w 1098550"/>
              <a:gd name="connsiteY2" fmla="*/ 1676400 h 1676400"/>
              <a:gd name="connsiteX3" fmla="*/ 0 w 1098550"/>
              <a:gd name="connsiteY3" fmla="*/ 1670050 h 1676400"/>
              <a:gd name="connsiteX4" fmla="*/ 311150 w 1098550"/>
              <a:gd name="connsiteY4" fmla="*/ 0 h 1676400"/>
              <a:gd name="connsiteX0" fmla="*/ 311150 w 1098550"/>
              <a:gd name="connsiteY0" fmla="*/ 0 h 1686387"/>
              <a:gd name="connsiteX1" fmla="*/ 863600 w 1098550"/>
              <a:gd name="connsiteY1" fmla="*/ 0 h 1686387"/>
              <a:gd name="connsiteX2" fmla="*/ 1098550 w 1098550"/>
              <a:gd name="connsiteY2" fmla="*/ 1676400 h 1686387"/>
              <a:gd name="connsiteX3" fmla="*/ 0 w 1098550"/>
              <a:gd name="connsiteY3" fmla="*/ 1670050 h 1686387"/>
              <a:gd name="connsiteX4" fmla="*/ 311150 w 1098550"/>
              <a:gd name="connsiteY4" fmla="*/ 0 h 1686387"/>
              <a:gd name="connsiteX0" fmla="*/ 311150 w 1098550"/>
              <a:gd name="connsiteY0" fmla="*/ 0 h 1678678"/>
              <a:gd name="connsiteX1" fmla="*/ 863600 w 1098550"/>
              <a:gd name="connsiteY1" fmla="*/ 0 h 1678678"/>
              <a:gd name="connsiteX2" fmla="*/ 1098550 w 1098550"/>
              <a:gd name="connsiteY2" fmla="*/ 1676400 h 1678678"/>
              <a:gd name="connsiteX3" fmla="*/ 0 w 1098550"/>
              <a:gd name="connsiteY3" fmla="*/ 1670050 h 1678678"/>
              <a:gd name="connsiteX4" fmla="*/ 311150 w 1098550"/>
              <a:gd name="connsiteY4" fmla="*/ 0 h 1678678"/>
              <a:gd name="connsiteX0" fmla="*/ 311150 w 1098550"/>
              <a:gd name="connsiteY0" fmla="*/ 0 h 1705010"/>
              <a:gd name="connsiteX1" fmla="*/ 863600 w 1098550"/>
              <a:gd name="connsiteY1" fmla="*/ 0 h 1705010"/>
              <a:gd name="connsiteX2" fmla="*/ 1098550 w 1098550"/>
              <a:gd name="connsiteY2" fmla="*/ 1676400 h 1705010"/>
              <a:gd name="connsiteX3" fmla="*/ 0 w 1098550"/>
              <a:gd name="connsiteY3" fmla="*/ 1670050 h 1705010"/>
              <a:gd name="connsiteX4" fmla="*/ 311150 w 1098550"/>
              <a:gd name="connsiteY4" fmla="*/ 0 h 1705010"/>
              <a:gd name="connsiteX0" fmla="*/ 425450 w 1212850"/>
              <a:gd name="connsiteY0" fmla="*/ 0 h 1696063"/>
              <a:gd name="connsiteX1" fmla="*/ 977900 w 1212850"/>
              <a:gd name="connsiteY1" fmla="*/ 0 h 1696063"/>
              <a:gd name="connsiteX2" fmla="*/ 1212850 w 1212850"/>
              <a:gd name="connsiteY2" fmla="*/ 1676400 h 1696063"/>
              <a:gd name="connsiteX3" fmla="*/ 0 w 1212850"/>
              <a:gd name="connsiteY3" fmla="*/ 1638300 h 1696063"/>
              <a:gd name="connsiteX4" fmla="*/ 425450 w 1212850"/>
              <a:gd name="connsiteY4" fmla="*/ 0 h 1696063"/>
              <a:gd name="connsiteX0" fmla="*/ 425450 w 1397000"/>
              <a:gd name="connsiteY0" fmla="*/ 0 h 1669501"/>
              <a:gd name="connsiteX1" fmla="*/ 977900 w 1397000"/>
              <a:gd name="connsiteY1" fmla="*/ 0 h 1669501"/>
              <a:gd name="connsiteX2" fmla="*/ 1397000 w 1397000"/>
              <a:gd name="connsiteY2" fmla="*/ 1638300 h 1669501"/>
              <a:gd name="connsiteX3" fmla="*/ 0 w 1397000"/>
              <a:gd name="connsiteY3" fmla="*/ 1638300 h 1669501"/>
              <a:gd name="connsiteX4" fmla="*/ 425450 w 1397000"/>
              <a:gd name="connsiteY4" fmla="*/ 0 h 1669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7000" h="1669501">
                <a:moveTo>
                  <a:pt x="425450" y="0"/>
                </a:moveTo>
                <a:lnTo>
                  <a:pt x="977900" y="0"/>
                </a:lnTo>
                <a:cubicBezTo>
                  <a:pt x="948267" y="514350"/>
                  <a:pt x="924983" y="1181100"/>
                  <a:pt x="1397000" y="1638300"/>
                </a:cubicBezTo>
                <a:cubicBezTo>
                  <a:pt x="1018117" y="1686983"/>
                  <a:pt x="340783" y="1672167"/>
                  <a:pt x="0" y="1638300"/>
                </a:cubicBezTo>
                <a:cubicBezTo>
                  <a:pt x="345017" y="1189567"/>
                  <a:pt x="531283" y="505883"/>
                  <a:pt x="425450" y="0"/>
                </a:cubicBezTo>
                <a:close/>
              </a:path>
            </a:pathLst>
          </a:custGeom>
          <a:solidFill>
            <a:srgbClr val="FF5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4602757" y="3399389"/>
            <a:ext cx="2059384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4646612" y="3352800"/>
            <a:ext cx="1971675" cy="790575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rgbClr val="FA8825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644" y="2220943"/>
            <a:ext cx="1251170" cy="75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Freeform 62"/>
          <p:cNvSpPr/>
          <p:nvPr/>
        </p:nvSpPr>
        <p:spPr>
          <a:xfrm flipH="1">
            <a:off x="4893469" y="3023149"/>
            <a:ext cx="1545431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 flipH="1">
            <a:off x="4775199" y="2971799"/>
            <a:ext cx="1714500" cy="790575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rgbClr val="FFA6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4876799" y="2727600"/>
            <a:ext cx="1409702" cy="869399"/>
          </a:xfrm>
          <a:custGeom>
            <a:avLst/>
            <a:gdLst>
              <a:gd name="connsiteX0" fmla="*/ 1552575 w 1971675"/>
              <a:gd name="connsiteY0" fmla="*/ 0 h 1770855"/>
              <a:gd name="connsiteX1" fmla="*/ 1935956 w 1971675"/>
              <a:gd name="connsiteY1" fmla="*/ 383381 h 1770855"/>
              <a:gd name="connsiteX2" fmla="*/ 1870481 w 1971675"/>
              <a:gd name="connsiteY2" fmla="*/ 597733 h 1770855"/>
              <a:gd name="connsiteX3" fmla="*/ 1866452 w 1971675"/>
              <a:gd name="connsiteY3" fmla="*/ 602615 h 1770855"/>
              <a:gd name="connsiteX4" fmla="*/ 1886544 w 1971675"/>
              <a:gd name="connsiteY4" fmla="*/ 626966 h 1770855"/>
              <a:gd name="connsiteX5" fmla="*/ 1971675 w 1971675"/>
              <a:gd name="connsiteY5" fmla="*/ 905668 h 1770855"/>
              <a:gd name="connsiteX6" fmla="*/ 1941428 w 1971675"/>
              <a:gd name="connsiteY6" fmla="*/ 1077060 h 1770855"/>
              <a:gd name="connsiteX7" fmla="*/ 1909145 w 1971675"/>
              <a:gd name="connsiteY7" fmla="*/ 1146259 h 1770855"/>
              <a:gd name="connsiteX8" fmla="*/ 1928053 w 1971675"/>
              <a:gd name="connsiteY8" fmla="*/ 1181095 h 1770855"/>
              <a:gd name="connsiteX9" fmla="*/ 1958181 w 1971675"/>
              <a:gd name="connsiteY9" fmla="*/ 1330324 h 1770855"/>
              <a:gd name="connsiteX10" fmla="*/ 1574800 w 1971675"/>
              <a:gd name="connsiteY10" fmla="*/ 1713705 h 1770855"/>
              <a:gd name="connsiteX11" fmla="*/ 1360449 w 1971675"/>
              <a:gd name="connsiteY11" fmla="*/ 1648230 h 1770855"/>
              <a:gd name="connsiteX12" fmla="*/ 1350224 w 1971675"/>
              <a:gd name="connsiteY12" fmla="*/ 1639793 h 1770855"/>
              <a:gd name="connsiteX13" fmla="*/ 1297979 w 1971675"/>
              <a:gd name="connsiteY13" fmla="*/ 1680843 h 1770855"/>
              <a:gd name="connsiteX14" fmla="*/ 1003300 w 1971675"/>
              <a:gd name="connsiteY14" fmla="*/ 1770855 h 1770855"/>
              <a:gd name="connsiteX15" fmla="*/ 566262 w 1971675"/>
              <a:gd name="connsiteY15" fmla="*/ 1538484 h 1770855"/>
              <a:gd name="connsiteX16" fmla="*/ 542804 w 1971675"/>
              <a:gd name="connsiteY16" fmla="*/ 1495265 h 1770855"/>
              <a:gd name="connsiteX17" fmla="*/ 500705 w 1971675"/>
              <a:gd name="connsiteY17" fmla="*/ 1508333 h 1770855"/>
              <a:gd name="connsiteX18" fmla="*/ 447675 w 1971675"/>
              <a:gd name="connsiteY18" fmla="*/ 1513679 h 1770855"/>
              <a:gd name="connsiteX19" fmla="*/ 184547 w 1971675"/>
              <a:gd name="connsiteY19" fmla="*/ 1250551 h 1770855"/>
              <a:gd name="connsiteX20" fmla="*/ 205225 w 1971675"/>
              <a:gd name="connsiteY20" fmla="*/ 1148130 h 1770855"/>
              <a:gd name="connsiteX21" fmla="*/ 228660 w 1971675"/>
              <a:gd name="connsiteY21" fmla="*/ 1104955 h 1770855"/>
              <a:gd name="connsiteX22" fmla="*/ 197376 w 1971675"/>
              <a:gd name="connsiteY22" fmla="*/ 1087974 h 1770855"/>
              <a:gd name="connsiteX23" fmla="*/ 0 w 1971675"/>
              <a:gd name="connsiteY23" fmla="*/ 716755 h 1770855"/>
              <a:gd name="connsiteX24" fmla="*/ 447675 w 1971675"/>
              <a:gd name="connsiteY24" fmla="*/ 269080 h 1770855"/>
              <a:gd name="connsiteX25" fmla="*/ 479912 w 1971675"/>
              <a:gd name="connsiteY25" fmla="*/ 272330 h 1770855"/>
              <a:gd name="connsiteX26" fmla="*/ 482989 w 1971675"/>
              <a:gd name="connsiteY26" fmla="*/ 266660 h 1770855"/>
              <a:gd name="connsiteX27" fmla="*/ 800894 w 1971675"/>
              <a:gd name="connsiteY27" fmla="*/ 97631 h 1770855"/>
              <a:gd name="connsiteX28" fmla="*/ 849949 w 1971675"/>
              <a:gd name="connsiteY28" fmla="*/ 102576 h 1770855"/>
              <a:gd name="connsiteX29" fmla="*/ 951749 w 1971675"/>
              <a:gd name="connsiteY29" fmla="*/ 62523 h 1770855"/>
              <a:gd name="connsiteX30" fmla="*/ 1076325 w 1971675"/>
              <a:gd name="connsiteY30" fmla="*/ 46830 h 1770855"/>
              <a:gd name="connsiteX31" fmla="*/ 1270354 w 1971675"/>
              <a:gd name="connsiteY31" fmla="*/ 86003 h 1770855"/>
              <a:gd name="connsiteX32" fmla="*/ 1296285 w 1971675"/>
              <a:gd name="connsiteY32" fmla="*/ 100078 h 1770855"/>
              <a:gd name="connsiteX33" fmla="*/ 1338223 w 1971675"/>
              <a:gd name="connsiteY33" fmla="*/ 65476 h 1770855"/>
              <a:gd name="connsiteX34" fmla="*/ 1552575 w 1971675"/>
              <a:gd name="connsiteY34" fmla="*/ 0 h 177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71675" h="1770855">
                <a:moveTo>
                  <a:pt x="1552575" y="0"/>
                </a:moveTo>
                <a:cubicBezTo>
                  <a:pt x="1764310" y="0"/>
                  <a:pt x="1935956" y="171646"/>
                  <a:pt x="1935956" y="383381"/>
                </a:cubicBezTo>
                <a:cubicBezTo>
                  <a:pt x="1935956" y="462782"/>
                  <a:pt x="1911819" y="536545"/>
                  <a:pt x="1870481" y="597733"/>
                </a:cubicBezTo>
                <a:lnTo>
                  <a:pt x="1866452" y="602615"/>
                </a:lnTo>
                <a:lnTo>
                  <a:pt x="1886544" y="626966"/>
                </a:lnTo>
                <a:cubicBezTo>
                  <a:pt x="1940291" y="706523"/>
                  <a:pt x="1971675" y="802430"/>
                  <a:pt x="1971675" y="905668"/>
                </a:cubicBezTo>
                <a:cubicBezTo>
                  <a:pt x="1971675" y="965890"/>
                  <a:pt x="1960996" y="1023618"/>
                  <a:pt x="1941428" y="1077060"/>
                </a:cubicBezTo>
                <a:lnTo>
                  <a:pt x="1909145" y="1146259"/>
                </a:lnTo>
                <a:lnTo>
                  <a:pt x="1928053" y="1181095"/>
                </a:lnTo>
                <a:cubicBezTo>
                  <a:pt x="1947453" y="1226962"/>
                  <a:pt x="1958181" y="1277390"/>
                  <a:pt x="1958181" y="1330324"/>
                </a:cubicBezTo>
                <a:cubicBezTo>
                  <a:pt x="1958181" y="1542059"/>
                  <a:pt x="1786535" y="1713705"/>
                  <a:pt x="1574800" y="1713705"/>
                </a:cubicBezTo>
                <a:cubicBezTo>
                  <a:pt x="1495400" y="1713705"/>
                  <a:pt x="1421637" y="1689567"/>
                  <a:pt x="1360449" y="1648230"/>
                </a:cubicBezTo>
                <a:lnTo>
                  <a:pt x="1350224" y="1639793"/>
                </a:lnTo>
                <a:lnTo>
                  <a:pt x="1297979" y="1680843"/>
                </a:lnTo>
                <a:cubicBezTo>
                  <a:pt x="1213861" y="1737672"/>
                  <a:pt x="1112456" y="1770855"/>
                  <a:pt x="1003300" y="1770855"/>
                </a:cubicBezTo>
                <a:cubicBezTo>
                  <a:pt x="821374" y="1770855"/>
                  <a:pt x="660977" y="1678680"/>
                  <a:pt x="566262" y="1538484"/>
                </a:cubicBezTo>
                <a:lnTo>
                  <a:pt x="542804" y="1495265"/>
                </a:lnTo>
                <a:lnTo>
                  <a:pt x="500705" y="1508333"/>
                </a:lnTo>
                <a:cubicBezTo>
                  <a:pt x="483576" y="1511838"/>
                  <a:pt x="465841" y="1513679"/>
                  <a:pt x="447675" y="1513679"/>
                </a:cubicBezTo>
                <a:cubicBezTo>
                  <a:pt x="302353" y="1513679"/>
                  <a:pt x="184547" y="1395873"/>
                  <a:pt x="184547" y="1250551"/>
                </a:cubicBezTo>
                <a:cubicBezTo>
                  <a:pt x="184547" y="1214221"/>
                  <a:pt x="191910" y="1179610"/>
                  <a:pt x="205225" y="1148130"/>
                </a:cubicBezTo>
                <a:lnTo>
                  <a:pt x="228660" y="1104955"/>
                </a:lnTo>
                <a:lnTo>
                  <a:pt x="197376" y="1087974"/>
                </a:lnTo>
                <a:cubicBezTo>
                  <a:pt x="78293" y="1007524"/>
                  <a:pt x="0" y="871282"/>
                  <a:pt x="0" y="716755"/>
                </a:cubicBezTo>
                <a:cubicBezTo>
                  <a:pt x="0" y="469511"/>
                  <a:pt x="200431" y="269080"/>
                  <a:pt x="447675" y="269080"/>
                </a:cubicBezTo>
                <a:lnTo>
                  <a:pt x="479912" y="272330"/>
                </a:lnTo>
                <a:lnTo>
                  <a:pt x="482989" y="266660"/>
                </a:lnTo>
                <a:cubicBezTo>
                  <a:pt x="551885" y="164680"/>
                  <a:pt x="668560" y="97631"/>
                  <a:pt x="800894" y="97631"/>
                </a:cubicBezTo>
                <a:lnTo>
                  <a:pt x="849949" y="102576"/>
                </a:lnTo>
                <a:lnTo>
                  <a:pt x="951749" y="62523"/>
                </a:lnTo>
                <a:cubicBezTo>
                  <a:pt x="991567" y="52279"/>
                  <a:pt x="1033310" y="46830"/>
                  <a:pt x="1076325" y="46830"/>
                </a:cubicBezTo>
                <a:cubicBezTo>
                  <a:pt x="1145150" y="46830"/>
                  <a:pt x="1210717" y="60778"/>
                  <a:pt x="1270354" y="86003"/>
                </a:cubicBezTo>
                <a:lnTo>
                  <a:pt x="1296285" y="100078"/>
                </a:lnTo>
                <a:lnTo>
                  <a:pt x="1338223" y="65476"/>
                </a:lnTo>
                <a:cubicBezTo>
                  <a:pt x="1399412" y="24138"/>
                  <a:pt x="1473175" y="0"/>
                  <a:pt x="1552575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 rot="17100000">
            <a:off x="5112491" y="2154325"/>
            <a:ext cx="1131809" cy="1440048"/>
          </a:xfrm>
          <a:custGeom>
            <a:avLst/>
            <a:gdLst>
              <a:gd name="connsiteX0" fmla="*/ 1111250 w 1131809"/>
              <a:gd name="connsiteY0" fmla="*/ 285917 h 1440048"/>
              <a:gd name="connsiteX1" fmla="*/ 1114930 w 1131809"/>
              <a:gd name="connsiteY1" fmla="*/ 326880 h 1440048"/>
              <a:gd name="connsiteX2" fmla="*/ 1083991 w 1131809"/>
              <a:gd name="connsiteY2" fmla="*/ 440525 h 1440048"/>
              <a:gd name="connsiteX3" fmla="*/ 1082087 w 1131809"/>
              <a:gd name="connsiteY3" fmla="*/ 443114 h 1440048"/>
              <a:gd name="connsiteX4" fmla="*/ 1091581 w 1131809"/>
              <a:gd name="connsiteY4" fmla="*/ 456024 h 1440048"/>
              <a:gd name="connsiteX5" fmla="*/ 1131809 w 1131809"/>
              <a:gd name="connsiteY5" fmla="*/ 603786 h 1440048"/>
              <a:gd name="connsiteX6" fmla="*/ 1117516 w 1131809"/>
              <a:gd name="connsiteY6" fmla="*/ 694655 h 1440048"/>
              <a:gd name="connsiteX7" fmla="*/ 1102261 w 1131809"/>
              <a:gd name="connsiteY7" fmla="*/ 731342 h 1440048"/>
              <a:gd name="connsiteX8" fmla="*/ 1111196 w 1131809"/>
              <a:gd name="connsiteY8" fmla="*/ 749811 h 1440048"/>
              <a:gd name="connsiteX9" fmla="*/ 1125432 w 1131809"/>
              <a:gd name="connsiteY9" fmla="*/ 828930 h 1440048"/>
              <a:gd name="connsiteX10" fmla="*/ 1014786 w 1131809"/>
              <a:gd name="connsiteY10" fmla="*/ 1016217 h 1440048"/>
              <a:gd name="connsiteX11" fmla="*/ 967741 w 1131809"/>
              <a:gd name="connsiteY11" fmla="*/ 1026873 h 1440048"/>
              <a:gd name="connsiteX12" fmla="*/ 970449 w 1131809"/>
              <a:gd name="connsiteY12" fmla="*/ 1040750 h 1440048"/>
              <a:gd name="connsiteX13" fmla="*/ 848982 w 1131809"/>
              <a:gd name="connsiteY13" fmla="*/ 1299884 h 1440048"/>
              <a:gd name="connsiteX14" fmla="*/ 735216 w 1131809"/>
              <a:gd name="connsiteY14" fmla="*/ 1281902 h 1440048"/>
              <a:gd name="connsiteX15" fmla="*/ 732155 w 1131809"/>
              <a:gd name="connsiteY15" fmla="*/ 1279740 h 1440048"/>
              <a:gd name="connsiteX16" fmla="*/ 724325 w 1131809"/>
              <a:gd name="connsiteY16" fmla="*/ 1296710 h 1440048"/>
              <a:gd name="connsiteX17" fmla="*/ 607913 w 1131809"/>
              <a:gd name="connsiteY17" fmla="*/ 1390917 h 1440048"/>
              <a:gd name="connsiteX18" fmla="*/ 521038 w 1131809"/>
              <a:gd name="connsiteY18" fmla="*/ 1391806 h 1440048"/>
              <a:gd name="connsiteX19" fmla="*/ 482249 w 1131809"/>
              <a:gd name="connsiteY19" fmla="*/ 1378304 h 1440048"/>
              <a:gd name="connsiteX20" fmla="*/ 469228 w 1131809"/>
              <a:gd name="connsiteY20" fmla="*/ 1395788 h 1440048"/>
              <a:gd name="connsiteX21" fmla="*/ 404035 w 1131809"/>
              <a:gd name="connsiteY21" fmla="*/ 1435557 h 1440048"/>
              <a:gd name="connsiteX22" fmla="*/ 151284 w 1131809"/>
              <a:gd name="connsiteY22" fmla="*/ 1219504 h 1440048"/>
              <a:gd name="connsiteX23" fmla="*/ 142668 w 1131809"/>
              <a:gd name="connsiteY23" fmla="*/ 1063150 h 1440048"/>
              <a:gd name="connsiteX24" fmla="*/ 144777 w 1131809"/>
              <a:gd name="connsiteY24" fmla="*/ 1055017 h 1440048"/>
              <a:gd name="connsiteX25" fmla="*/ 115642 w 1131809"/>
              <a:gd name="connsiteY25" fmla="*/ 1024152 h 1440048"/>
              <a:gd name="connsiteX26" fmla="*/ 18426 w 1131809"/>
              <a:gd name="connsiteY26" fmla="*/ 832080 h 1440048"/>
              <a:gd name="connsiteX27" fmla="*/ 47748 w 1131809"/>
              <a:gd name="connsiteY27" fmla="*/ 500728 h 1440048"/>
              <a:gd name="connsiteX28" fmla="*/ 63902 w 1131809"/>
              <a:gd name="connsiteY28" fmla="*/ 479036 h 1440048"/>
              <a:gd name="connsiteX29" fmla="*/ 49914 w 1131809"/>
              <a:gd name="connsiteY29" fmla="*/ 451622 h 1440048"/>
              <a:gd name="connsiteX30" fmla="*/ 37566 w 1131809"/>
              <a:gd name="connsiteY30" fmla="*/ 415678 h 1440048"/>
              <a:gd name="connsiteX31" fmla="*/ 113655 w 1131809"/>
              <a:gd name="connsiteY31" fmla="*/ 200523 h 1440048"/>
              <a:gd name="connsiteX32" fmla="*/ 166052 w 1131809"/>
              <a:gd name="connsiteY32" fmla="*/ 201789 h 1440048"/>
              <a:gd name="connsiteX33" fmla="*/ 190863 w 1131809"/>
              <a:gd name="connsiteY33" fmla="*/ 212488 h 1440048"/>
              <a:gd name="connsiteX34" fmla="*/ 193126 w 1131809"/>
              <a:gd name="connsiteY34" fmla="*/ 188725 h 1440048"/>
              <a:gd name="connsiteX35" fmla="*/ 332641 w 1131809"/>
              <a:gd name="connsiteY35" fmla="*/ 5245 h 1440048"/>
              <a:gd name="connsiteX36" fmla="*/ 578851 w 1131809"/>
              <a:gd name="connsiteY36" fmla="*/ 141658 h 1440048"/>
              <a:gd name="connsiteX37" fmla="*/ 597129 w 1131809"/>
              <a:gd name="connsiteY37" fmla="*/ 177481 h 1440048"/>
              <a:gd name="connsiteX38" fmla="*/ 601748 w 1131809"/>
              <a:gd name="connsiteY38" fmla="*/ 178004 h 1440048"/>
              <a:gd name="connsiteX39" fmla="*/ 649852 w 1131809"/>
              <a:gd name="connsiteY39" fmla="*/ 156768 h 1440048"/>
              <a:gd name="connsiteX40" fmla="*/ 708719 w 1131809"/>
              <a:gd name="connsiteY40" fmla="*/ 148448 h 1440048"/>
              <a:gd name="connsiteX41" fmla="*/ 800406 w 1131809"/>
              <a:gd name="connsiteY41" fmla="*/ 169217 h 1440048"/>
              <a:gd name="connsiteX42" fmla="*/ 812660 w 1131809"/>
              <a:gd name="connsiteY42" fmla="*/ 176679 h 1440048"/>
              <a:gd name="connsiteX43" fmla="*/ 832477 w 1131809"/>
              <a:gd name="connsiteY43" fmla="*/ 158334 h 1440048"/>
              <a:gd name="connsiteX44" fmla="*/ 933767 w 1131809"/>
              <a:gd name="connsiteY44" fmla="*/ 123620 h 1440048"/>
              <a:gd name="connsiteX45" fmla="*/ 1111250 w 1131809"/>
              <a:gd name="connsiteY45" fmla="*/ 285917 h 144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31809" h="1440048">
                <a:moveTo>
                  <a:pt x="1111250" y="285917"/>
                </a:moveTo>
                <a:cubicBezTo>
                  <a:pt x="1113663" y="299148"/>
                  <a:pt x="1114930" y="312848"/>
                  <a:pt x="1114930" y="326880"/>
                </a:cubicBezTo>
                <a:cubicBezTo>
                  <a:pt x="1114930" y="368977"/>
                  <a:pt x="1103525" y="408085"/>
                  <a:pt x="1083991" y="440525"/>
                </a:cubicBezTo>
                <a:lnTo>
                  <a:pt x="1082087" y="443114"/>
                </a:lnTo>
                <a:lnTo>
                  <a:pt x="1091581" y="456024"/>
                </a:lnTo>
                <a:cubicBezTo>
                  <a:pt x="1116979" y="498203"/>
                  <a:pt x="1131809" y="549052"/>
                  <a:pt x="1131809" y="603786"/>
                </a:cubicBezTo>
                <a:cubicBezTo>
                  <a:pt x="1131809" y="635715"/>
                  <a:pt x="1126763" y="666321"/>
                  <a:pt x="1117516" y="694655"/>
                </a:cubicBezTo>
                <a:lnTo>
                  <a:pt x="1102261" y="731342"/>
                </a:lnTo>
                <a:lnTo>
                  <a:pt x="1111196" y="749811"/>
                </a:lnTo>
                <a:cubicBezTo>
                  <a:pt x="1120363" y="774129"/>
                  <a:pt x="1125433" y="800865"/>
                  <a:pt x="1125432" y="828930"/>
                </a:cubicBezTo>
                <a:cubicBezTo>
                  <a:pt x="1125433" y="913123"/>
                  <a:pt x="1079808" y="985360"/>
                  <a:pt x="1014786" y="1016217"/>
                </a:cubicBezTo>
                <a:lnTo>
                  <a:pt x="967741" y="1026873"/>
                </a:lnTo>
                <a:lnTo>
                  <a:pt x="970449" y="1040750"/>
                </a:lnTo>
                <a:cubicBezTo>
                  <a:pt x="985824" y="1165942"/>
                  <a:pt x="936840" y="1276342"/>
                  <a:pt x="848982" y="1299884"/>
                </a:cubicBezTo>
                <a:cubicBezTo>
                  <a:pt x="811329" y="1309973"/>
                  <a:pt x="771882" y="1302676"/>
                  <a:pt x="735216" y="1281902"/>
                </a:cubicBezTo>
                <a:lnTo>
                  <a:pt x="732155" y="1279740"/>
                </a:lnTo>
                <a:lnTo>
                  <a:pt x="724325" y="1296710"/>
                </a:lnTo>
                <a:cubicBezTo>
                  <a:pt x="696544" y="1343938"/>
                  <a:pt x="656870" y="1377799"/>
                  <a:pt x="607913" y="1390917"/>
                </a:cubicBezTo>
                <a:cubicBezTo>
                  <a:pt x="579354" y="1398569"/>
                  <a:pt x="550002" y="1398530"/>
                  <a:pt x="521038" y="1391806"/>
                </a:cubicBezTo>
                <a:lnTo>
                  <a:pt x="482249" y="1378304"/>
                </a:lnTo>
                <a:lnTo>
                  <a:pt x="469228" y="1395788"/>
                </a:lnTo>
                <a:cubicBezTo>
                  <a:pt x="451067" y="1415015"/>
                  <a:pt x="429138" y="1428831"/>
                  <a:pt x="404035" y="1435557"/>
                </a:cubicBezTo>
                <a:cubicBezTo>
                  <a:pt x="303626" y="1462462"/>
                  <a:pt x="190465" y="1365731"/>
                  <a:pt x="151284" y="1219504"/>
                </a:cubicBezTo>
                <a:cubicBezTo>
                  <a:pt x="136591" y="1164669"/>
                  <a:pt x="134388" y="1110660"/>
                  <a:pt x="142668" y="1063150"/>
                </a:cubicBezTo>
                <a:lnTo>
                  <a:pt x="144777" y="1055017"/>
                </a:lnTo>
                <a:lnTo>
                  <a:pt x="115642" y="1024152"/>
                </a:lnTo>
                <a:cubicBezTo>
                  <a:pt x="73127" y="973280"/>
                  <a:pt x="38626" y="907464"/>
                  <a:pt x="18426" y="832080"/>
                </a:cubicBezTo>
                <a:cubicBezTo>
                  <a:pt x="-15239" y="706439"/>
                  <a:pt x="-1209" y="583954"/>
                  <a:pt x="47748" y="500728"/>
                </a:cubicBezTo>
                <a:lnTo>
                  <a:pt x="63902" y="479036"/>
                </a:lnTo>
                <a:lnTo>
                  <a:pt x="49914" y="451622"/>
                </a:lnTo>
                <a:cubicBezTo>
                  <a:pt x="45083" y="440238"/>
                  <a:pt x="40928" y="428224"/>
                  <a:pt x="37566" y="415678"/>
                </a:cubicBezTo>
                <a:cubicBezTo>
                  <a:pt x="10674" y="315317"/>
                  <a:pt x="44741" y="218989"/>
                  <a:pt x="113655" y="200523"/>
                </a:cubicBezTo>
                <a:cubicBezTo>
                  <a:pt x="130884" y="195907"/>
                  <a:pt x="148659" y="196594"/>
                  <a:pt x="166052" y="201789"/>
                </a:cubicBezTo>
                <a:lnTo>
                  <a:pt x="190863" y="212488"/>
                </a:lnTo>
                <a:lnTo>
                  <a:pt x="193126" y="188725"/>
                </a:lnTo>
                <a:cubicBezTo>
                  <a:pt x="209241" y="96262"/>
                  <a:pt x="259362" y="24880"/>
                  <a:pt x="332641" y="5245"/>
                </a:cubicBezTo>
                <a:cubicBezTo>
                  <a:pt x="420578" y="-18318"/>
                  <a:pt x="516889" y="39327"/>
                  <a:pt x="578851" y="141658"/>
                </a:cubicBezTo>
                <a:lnTo>
                  <a:pt x="597129" y="177481"/>
                </a:lnTo>
                <a:lnTo>
                  <a:pt x="601748" y="178004"/>
                </a:lnTo>
                <a:lnTo>
                  <a:pt x="649852" y="156768"/>
                </a:lnTo>
                <a:cubicBezTo>
                  <a:pt x="668668" y="151337"/>
                  <a:pt x="688393" y="148448"/>
                  <a:pt x="708719" y="148448"/>
                </a:cubicBezTo>
                <a:cubicBezTo>
                  <a:pt x="741242" y="148448"/>
                  <a:pt x="772225" y="155843"/>
                  <a:pt x="800406" y="169217"/>
                </a:cubicBezTo>
                <a:lnTo>
                  <a:pt x="812660" y="176679"/>
                </a:lnTo>
                <a:lnTo>
                  <a:pt x="832477" y="158334"/>
                </a:lnTo>
                <a:cubicBezTo>
                  <a:pt x="861391" y="136417"/>
                  <a:pt x="896247" y="123620"/>
                  <a:pt x="933767" y="123620"/>
                </a:cubicBezTo>
                <a:cubicBezTo>
                  <a:pt x="1021314" y="123620"/>
                  <a:pt x="1094357" y="193294"/>
                  <a:pt x="1111250" y="285917"/>
                </a:cubicBezTo>
                <a:close/>
              </a:path>
            </a:pathLst>
          </a:custGeom>
          <a:solidFill>
            <a:srgbClr val="FA8825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flipV="1">
            <a:off x="5207559" y="2714060"/>
            <a:ext cx="983669" cy="473575"/>
          </a:xfrm>
          <a:custGeom>
            <a:avLst/>
            <a:gdLst>
              <a:gd name="connsiteX0" fmla="*/ 971693 w 983669"/>
              <a:gd name="connsiteY0" fmla="*/ 473575 h 473575"/>
              <a:gd name="connsiteX1" fmla="*/ 976937 w 983669"/>
              <a:gd name="connsiteY1" fmla="*/ 455738 h 473575"/>
              <a:gd name="connsiteX2" fmla="*/ 961906 w 983669"/>
              <a:gd name="connsiteY2" fmla="*/ 404616 h 473575"/>
              <a:gd name="connsiteX3" fmla="*/ 952473 w 983669"/>
              <a:gd name="connsiteY3" fmla="*/ 392682 h 473575"/>
              <a:gd name="connsiteX4" fmla="*/ 968579 w 983669"/>
              <a:gd name="connsiteY4" fmla="*/ 368976 h 473575"/>
              <a:gd name="connsiteX5" fmla="*/ 983669 w 983669"/>
              <a:gd name="connsiteY5" fmla="*/ 310261 h 473575"/>
              <a:gd name="connsiteX6" fmla="*/ 941197 w 983669"/>
              <a:gd name="connsiteY6" fmla="*/ 214784 h 473575"/>
              <a:gd name="connsiteX7" fmla="*/ 931173 w 983669"/>
              <a:gd name="connsiteY7" fmla="*/ 206442 h 473575"/>
              <a:gd name="connsiteX8" fmla="*/ 933184 w 983669"/>
              <a:gd name="connsiteY8" fmla="*/ 204770 h 473575"/>
              <a:gd name="connsiteX9" fmla="*/ 965849 w 983669"/>
              <a:gd name="connsiteY9" fmla="*/ 131338 h 473575"/>
              <a:gd name="connsiteX10" fmla="*/ 774580 w 983669"/>
              <a:gd name="connsiteY10" fmla="*/ 0 h 473575"/>
              <a:gd name="connsiteX11" fmla="*/ 667640 w 983669"/>
              <a:gd name="connsiteY11" fmla="*/ 22431 h 473575"/>
              <a:gd name="connsiteX12" fmla="*/ 646717 w 983669"/>
              <a:gd name="connsiteY12" fmla="*/ 34285 h 473575"/>
              <a:gd name="connsiteX13" fmla="*/ 633780 w 983669"/>
              <a:gd name="connsiteY13" fmla="*/ 29463 h 473575"/>
              <a:gd name="connsiteX14" fmla="*/ 536979 w 983669"/>
              <a:gd name="connsiteY14" fmla="*/ 16043 h 473575"/>
              <a:gd name="connsiteX15" fmla="*/ 474828 w 983669"/>
              <a:gd name="connsiteY15" fmla="*/ 21419 h 473575"/>
              <a:gd name="connsiteX16" fmla="*/ 424040 w 983669"/>
              <a:gd name="connsiteY16" fmla="*/ 35140 h 473575"/>
              <a:gd name="connsiteX17" fmla="*/ 399566 w 983669"/>
              <a:gd name="connsiteY17" fmla="*/ 33446 h 473575"/>
              <a:gd name="connsiteX18" fmla="*/ 240964 w 983669"/>
              <a:gd name="connsiteY18" fmla="*/ 91352 h 473575"/>
              <a:gd name="connsiteX19" fmla="*/ 239428 w 983669"/>
              <a:gd name="connsiteY19" fmla="*/ 93294 h 473575"/>
              <a:gd name="connsiteX20" fmla="*/ 223345 w 983669"/>
              <a:gd name="connsiteY20" fmla="*/ 92181 h 473575"/>
              <a:gd name="connsiteX21" fmla="*/ 0 w 983669"/>
              <a:gd name="connsiteY21" fmla="*/ 245544 h 473575"/>
              <a:gd name="connsiteX22" fmla="*/ 3270 w 983669"/>
              <a:gd name="connsiteY22" fmla="*/ 263369 h 473575"/>
              <a:gd name="connsiteX23" fmla="*/ 29250 w 983669"/>
              <a:gd name="connsiteY23" fmla="*/ 229321 h 473575"/>
              <a:gd name="connsiteX24" fmla="*/ 68608 w 983669"/>
              <a:gd name="connsiteY24" fmla="*/ 202488 h 473575"/>
              <a:gd name="connsiteX25" fmla="*/ 95552 w 983669"/>
              <a:gd name="connsiteY25" fmla="*/ 192609 h 473575"/>
              <a:gd name="connsiteX26" fmla="*/ 177738 w 983669"/>
              <a:gd name="connsiteY26" fmla="*/ 192938 h 473575"/>
              <a:gd name="connsiteX27" fmla="*/ 179826 w 983669"/>
              <a:gd name="connsiteY27" fmla="*/ 193754 h 473575"/>
              <a:gd name="connsiteX28" fmla="*/ 186813 w 983669"/>
              <a:gd name="connsiteY28" fmla="*/ 185023 h 473575"/>
              <a:gd name="connsiteX29" fmla="*/ 279141 w 983669"/>
              <a:gd name="connsiteY29" fmla="*/ 131223 h 473575"/>
              <a:gd name="connsiteX30" fmla="*/ 342969 w 983669"/>
              <a:gd name="connsiteY30" fmla="*/ 124446 h 473575"/>
              <a:gd name="connsiteX31" fmla="*/ 370451 w 983669"/>
              <a:gd name="connsiteY31" fmla="*/ 128102 h 473575"/>
              <a:gd name="connsiteX32" fmla="*/ 381286 w 983669"/>
              <a:gd name="connsiteY32" fmla="*/ 118745 h 473575"/>
              <a:gd name="connsiteX33" fmla="*/ 432042 w 983669"/>
              <a:gd name="connsiteY33" fmla="*/ 94861 h 473575"/>
              <a:gd name="connsiteX34" fmla="*/ 578257 w 983669"/>
              <a:gd name="connsiteY34" fmla="*/ 135613 h 473575"/>
              <a:gd name="connsiteX35" fmla="*/ 593936 w 983669"/>
              <a:gd name="connsiteY35" fmla="*/ 165397 h 473575"/>
              <a:gd name="connsiteX36" fmla="*/ 602800 w 983669"/>
              <a:gd name="connsiteY36" fmla="*/ 161066 h 473575"/>
              <a:gd name="connsiteX37" fmla="*/ 799396 w 983669"/>
              <a:gd name="connsiteY37" fmla="*/ 196136 h 473575"/>
              <a:gd name="connsiteX38" fmla="*/ 807822 w 983669"/>
              <a:gd name="connsiteY38" fmla="*/ 276063 h 473575"/>
              <a:gd name="connsiteX39" fmla="*/ 806917 w 983669"/>
              <a:gd name="connsiteY39" fmla="*/ 278516 h 473575"/>
              <a:gd name="connsiteX40" fmla="*/ 819769 w 983669"/>
              <a:gd name="connsiteY40" fmla="*/ 280729 h 473575"/>
              <a:gd name="connsiteX41" fmla="*/ 904290 w 983669"/>
              <a:gd name="connsiteY41" fmla="*/ 342178 h 473575"/>
              <a:gd name="connsiteX42" fmla="*/ 920578 w 983669"/>
              <a:gd name="connsiteY42" fmla="*/ 400572 h 473575"/>
              <a:gd name="connsiteX43" fmla="*/ 918483 w 983669"/>
              <a:gd name="connsiteY43" fmla="*/ 429154 h 473575"/>
              <a:gd name="connsiteX44" fmla="*/ 932619 w 983669"/>
              <a:gd name="connsiteY44" fmla="*/ 434773 h 473575"/>
              <a:gd name="connsiteX45" fmla="*/ 971198 w 983669"/>
              <a:gd name="connsiteY45" fmla="*/ 471531 h 47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83669" h="473575">
                <a:moveTo>
                  <a:pt x="971693" y="473575"/>
                </a:moveTo>
                <a:lnTo>
                  <a:pt x="976937" y="455738"/>
                </a:lnTo>
                <a:cubicBezTo>
                  <a:pt x="976937" y="437604"/>
                  <a:pt x="971585" y="420329"/>
                  <a:pt x="961906" y="404616"/>
                </a:cubicBezTo>
                <a:lnTo>
                  <a:pt x="952473" y="392682"/>
                </a:lnTo>
                <a:lnTo>
                  <a:pt x="968579" y="368976"/>
                </a:lnTo>
                <a:cubicBezTo>
                  <a:pt x="978341" y="350668"/>
                  <a:pt x="983669" y="330892"/>
                  <a:pt x="983669" y="310261"/>
                </a:cubicBezTo>
                <a:cubicBezTo>
                  <a:pt x="983669" y="274894"/>
                  <a:pt x="968012" y="242039"/>
                  <a:pt x="941197" y="214784"/>
                </a:cubicBezTo>
                <a:lnTo>
                  <a:pt x="931173" y="206442"/>
                </a:lnTo>
                <a:lnTo>
                  <a:pt x="933184" y="204770"/>
                </a:lnTo>
                <a:cubicBezTo>
                  <a:pt x="953807" y="183808"/>
                  <a:pt x="965849" y="158539"/>
                  <a:pt x="965849" y="131338"/>
                </a:cubicBezTo>
                <a:cubicBezTo>
                  <a:pt x="965849" y="58802"/>
                  <a:pt x="880215" y="0"/>
                  <a:pt x="774580" y="0"/>
                </a:cubicBezTo>
                <a:cubicBezTo>
                  <a:pt x="734967" y="0"/>
                  <a:pt x="698167" y="8269"/>
                  <a:pt x="667640" y="22431"/>
                </a:cubicBezTo>
                <a:lnTo>
                  <a:pt x="646717" y="34285"/>
                </a:lnTo>
                <a:lnTo>
                  <a:pt x="633780" y="29463"/>
                </a:lnTo>
                <a:cubicBezTo>
                  <a:pt x="604027" y="20821"/>
                  <a:pt x="571316" y="16043"/>
                  <a:pt x="536979" y="16043"/>
                </a:cubicBezTo>
                <a:cubicBezTo>
                  <a:pt x="515519" y="16043"/>
                  <a:pt x="494693" y="17910"/>
                  <a:pt x="474828" y="21419"/>
                </a:cubicBezTo>
                <a:lnTo>
                  <a:pt x="424040" y="35140"/>
                </a:lnTo>
                <a:lnTo>
                  <a:pt x="399566" y="33446"/>
                </a:lnTo>
                <a:cubicBezTo>
                  <a:pt x="333545" y="33446"/>
                  <a:pt x="275336" y="56416"/>
                  <a:pt x="240964" y="91352"/>
                </a:cubicBezTo>
                <a:lnTo>
                  <a:pt x="239428" y="93294"/>
                </a:lnTo>
                <a:lnTo>
                  <a:pt x="223345" y="92181"/>
                </a:lnTo>
                <a:cubicBezTo>
                  <a:pt x="99995" y="92181"/>
                  <a:pt x="0" y="160844"/>
                  <a:pt x="0" y="245544"/>
                </a:cubicBezTo>
                <a:lnTo>
                  <a:pt x="3270" y="263369"/>
                </a:lnTo>
                <a:lnTo>
                  <a:pt x="29250" y="229321"/>
                </a:lnTo>
                <a:cubicBezTo>
                  <a:pt x="40519" y="218651"/>
                  <a:pt x="53763" y="209516"/>
                  <a:pt x="68608" y="202488"/>
                </a:cubicBezTo>
                <a:cubicBezTo>
                  <a:pt x="77090" y="198472"/>
                  <a:pt x="86095" y="195143"/>
                  <a:pt x="95552" y="192609"/>
                </a:cubicBezTo>
                <a:cubicBezTo>
                  <a:pt x="123926" y="185007"/>
                  <a:pt x="152345" y="185631"/>
                  <a:pt x="177738" y="192938"/>
                </a:cubicBezTo>
                <a:lnTo>
                  <a:pt x="179826" y="193754"/>
                </a:lnTo>
                <a:lnTo>
                  <a:pt x="186813" y="185023"/>
                </a:lnTo>
                <a:cubicBezTo>
                  <a:pt x="210655" y="160287"/>
                  <a:pt x="242250" y="141108"/>
                  <a:pt x="279141" y="131223"/>
                </a:cubicBezTo>
                <a:cubicBezTo>
                  <a:pt x="300661" y="125457"/>
                  <a:pt x="322201" y="123331"/>
                  <a:pt x="342969" y="124446"/>
                </a:cubicBezTo>
                <a:lnTo>
                  <a:pt x="370451" y="128102"/>
                </a:lnTo>
                <a:lnTo>
                  <a:pt x="381286" y="118745"/>
                </a:lnTo>
                <a:cubicBezTo>
                  <a:pt x="396021" y="108174"/>
                  <a:pt x="413125" y="99928"/>
                  <a:pt x="432042" y="94861"/>
                </a:cubicBezTo>
                <a:cubicBezTo>
                  <a:pt x="488788" y="79655"/>
                  <a:pt x="545717" y="97360"/>
                  <a:pt x="578257" y="135613"/>
                </a:cubicBezTo>
                <a:lnTo>
                  <a:pt x="593936" y="165397"/>
                </a:lnTo>
                <a:lnTo>
                  <a:pt x="602800" y="161066"/>
                </a:lnTo>
                <a:cubicBezTo>
                  <a:pt x="684404" y="128093"/>
                  <a:pt x="767661" y="141170"/>
                  <a:pt x="799396" y="196136"/>
                </a:cubicBezTo>
                <a:cubicBezTo>
                  <a:pt x="812996" y="219692"/>
                  <a:pt x="815202" y="247598"/>
                  <a:pt x="807822" y="276063"/>
                </a:cubicBezTo>
                <a:lnTo>
                  <a:pt x="806917" y="278516"/>
                </a:lnTo>
                <a:lnTo>
                  <a:pt x="819769" y="280729"/>
                </a:lnTo>
                <a:cubicBezTo>
                  <a:pt x="856619" y="290924"/>
                  <a:pt x="886606" y="311549"/>
                  <a:pt x="904290" y="342178"/>
                </a:cubicBezTo>
                <a:cubicBezTo>
                  <a:pt x="914605" y="360045"/>
                  <a:pt x="919880" y="379835"/>
                  <a:pt x="920578" y="400572"/>
                </a:cubicBezTo>
                <a:lnTo>
                  <a:pt x="918483" y="429154"/>
                </a:lnTo>
                <a:lnTo>
                  <a:pt x="932619" y="434773"/>
                </a:lnTo>
                <a:cubicBezTo>
                  <a:pt x="948858" y="443541"/>
                  <a:pt x="962131" y="455826"/>
                  <a:pt x="971198" y="471531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flipV="1">
            <a:off x="5356546" y="2445369"/>
            <a:ext cx="551805" cy="269554"/>
          </a:xfrm>
          <a:custGeom>
            <a:avLst/>
            <a:gdLst>
              <a:gd name="connsiteX0" fmla="*/ 543942 w 551805"/>
              <a:gd name="connsiteY0" fmla="*/ 269554 h 269554"/>
              <a:gd name="connsiteX1" fmla="*/ 548029 w 551805"/>
              <a:gd name="connsiteY1" fmla="*/ 255654 h 269554"/>
              <a:gd name="connsiteX2" fmla="*/ 539597 w 551805"/>
              <a:gd name="connsiteY2" fmla="*/ 226976 h 269554"/>
              <a:gd name="connsiteX3" fmla="*/ 534305 w 551805"/>
              <a:gd name="connsiteY3" fmla="*/ 220281 h 269554"/>
              <a:gd name="connsiteX4" fmla="*/ 543340 w 551805"/>
              <a:gd name="connsiteY4" fmla="*/ 206983 h 269554"/>
              <a:gd name="connsiteX5" fmla="*/ 551805 w 551805"/>
              <a:gd name="connsiteY5" fmla="*/ 174046 h 269554"/>
              <a:gd name="connsiteX6" fmla="*/ 527980 w 551805"/>
              <a:gd name="connsiteY6" fmla="*/ 120487 h 269554"/>
              <a:gd name="connsiteX7" fmla="*/ 522357 w 551805"/>
              <a:gd name="connsiteY7" fmla="*/ 115807 h 269554"/>
              <a:gd name="connsiteX8" fmla="*/ 523484 w 551805"/>
              <a:gd name="connsiteY8" fmla="*/ 114869 h 269554"/>
              <a:gd name="connsiteX9" fmla="*/ 541809 w 551805"/>
              <a:gd name="connsiteY9" fmla="*/ 73676 h 269554"/>
              <a:gd name="connsiteX10" fmla="*/ 434513 w 551805"/>
              <a:gd name="connsiteY10" fmla="*/ 0 h 269554"/>
              <a:gd name="connsiteX11" fmla="*/ 374523 w 551805"/>
              <a:gd name="connsiteY11" fmla="*/ 12583 h 269554"/>
              <a:gd name="connsiteX12" fmla="*/ 362786 w 551805"/>
              <a:gd name="connsiteY12" fmla="*/ 19232 h 269554"/>
              <a:gd name="connsiteX13" fmla="*/ 355529 w 551805"/>
              <a:gd name="connsiteY13" fmla="*/ 16528 h 269554"/>
              <a:gd name="connsiteX14" fmla="*/ 301227 w 551805"/>
              <a:gd name="connsiteY14" fmla="*/ 9000 h 269554"/>
              <a:gd name="connsiteX15" fmla="*/ 266363 w 551805"/>
              <a:gd name="connsiteY15" fmla="*/ 12015 h 269554"/>
              <a:gd name="connsiteX16" fmla="*/ 237872 w 551805"/>
              <a:gd name="connsiteY16" fmla="*/ 19713 h 269554"/>
              <a:gd name="connsiteX17" fmla="*/ 224143 w 551805"/>
              <a:gd name="connsiteY17" fmla="*/ 18762 h 269554"/>
              <a:gd name="connsiteX18" fmla="*/ 135172 w 551805"/>
              <a:gd name="connsiteY18" fmla="*/ 51245 h 269554"/>
              <a:gd name="connsiteX19" fmla="*/ 134311 w 551805"/>
              <a:gd name="connsiteY19" fmla="*/ 52335 h 269554"/>
              <a:gd name="connsiteX20" fmla="*/ 125289 w 551805"/>
              <a:gd name="connsiteY20" fmla="*/ 51710 h 269554"/>
              <a:gd name="connsiteX21" fmla="*/ 0 w 551805"/>
              <a:gd name="connsiteY21" fmla="*/ 137742 h 269554"/>
              <a:gd name="connsiteX22" fmla="*/ 15122 w 551805"/>
              <a:gd name="connsiteY22" fmla="*/ 178749 h 269554"/>
              <a:gd name="connsiteX23" fmla="*/ 16487 w 551805"/>
              <a:gd name="connsiteY23" fmla="*/ 179781 h 269554"/>
              <a:gd name="connsiteX24" fmla="*/ 19009 w 551805"/>
              <a:gd name="connsiteY24" fmla="*/ 171910 h 269554"/>
              <a:gd name="connsiteX25" fmla="*/ 56517 w 551805"/>
              <a:gd name="connsiteY25" fmla="*/ 136635 h 269554"/>
              <a:gd name="connsiteX26" fmla="*/ 71632 w 551805"/>
              <a:gd name="connsiteY26" fmla="*/ 131094 h 269554"/>
              <a:gd name="connsiteX27" fmla="*/ 117735 w 551805"/>
              <a:gd name="connsiteY27" fmla="*/ 131278 h 269554"/>
              <a:gd name="connsiteX28" fmla="*/ 118907 w 551805"/>
              <a:gd name="connsiteY28" fmla="*/ 131736 h 269554"/>
              <a:gd name="connsiteX29" fmla="*/ 122826 w 551805"/>
              <a:gd name="connsiteY29" fmla="*/ 126839 h 269554"/>
              <a:gd name="connsiteX30" fmla="*/ 174619 w 551805"/>
              <a:gd name="connsiteY30" fmla="*/ 96659 h 269554"/>
              <a:gd name="connsiteX31" fmla="*/ 210424 w 551805"/>
              <a:gd name="connsiteY31" fmla="*/ 92857 h 269554"/>
              <a:gd name="connsiteX32" fmla="*/ 225841 w 551805"/>
              <a:gd name="connsiteY32" fmla="*/ 94908 h 269554"/>
              <a:gd name="connsiteX33" fmla="*/ 231919 w 551805"/>
              <a:gd name="connsiteY33" fmla="*/ 89658 h 269554"/>
              <a:gd name="connsiteX34" fmla="*/ 260391 w 551805"/>
              <a:gd name="connsiteY34" fmla="*/ 76260 h 269554"/>
              <a:gd name="connsiteX35" fmla="*/ 342413 w 551805"/>
              <a:gd name="connsiteY35" fmla="*/ 99121 h 269554"/>
              <a:gd name="connsiteX36" fmla="*/ 351208 w 551805"/>
              <a:gd name="connsiteY36" fmla="*/ 115829 h 269554"/>
              <a:gd name="connsiteX37" fmla="*/ 356181 w 551805"/>
              <a:gd name="connsiteY37" fmla="*/ 113399 h 269554"/>
              <a:gd name="connsiteX38" fmla="*/ 466464 w 551805"/>
              <a:gd name="connsiteY38" fmla="*/ 133072 h 269554"/>
              <a:gd name="connsiteX39" fmla="*/ 471191 w 551805"/>
              <a:gd name="connsiteY39" fmla="*/ 177909 h 269554"/>
              <a:gd name="connsiteX40" fmla="*/ 470684 w 551805"/>
              <a:gd name="connsiteY40" fmla="*/ 179285 h 269554"/>
              <a:gd name="connsiteX41" fmla="*/ 477893 w 551805"/>
              <a:gd name="connsiteY41" fmla="*/ 180526 h 269554"/>
              <a:gd name="connsiteX42" fmla="*/ 525306 w 551805"/>
              <a:gd name="connsiteY42" fmla="*/ 214997 h 269554"/>
              <a:gd name="connsiteX43" fmla="*/ 534444 w 551805"/>
              <a:gd name="connsiteY43" fmla="*/ 247754 h 269554"/>
              <a:gd name="connsiteX44" fmla="*/ 533268 w 551805"/>
              <a:gd name="connsiteY44" fmla="*/ 263788 h 269554"/>
              <a:gd name="connsiteX45" fmla="*/ 541198 w 551805"/>
              <a:gd name="connsiteY45" fmla="*/ 266940 h 26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1805" h="269554">
                <a:moveTo>
                  <a:pt x="543942" y="269554"/>
                </a:moveTo>
                <a:lnTo>
                  <a:pt x="548029" y="255654"/>
                </a:lnTo>
                <a:cubicBezTo>
                  <a:pt x="548029" y="245481"/>
                  <a:pt x="545026" y="235790"/>
                  <a:pt x="539597" y="226976"/>
                </a:cubicBezTo>
                <a:lnTo>
                  <a:pt x="534305" y="220281"/>
                </a:lnTo>
                <a:lnTo>
                  <a:pt x="543340" y="206983"/>
                </a:lnTo>
                <a:cubicBezTo>
                  <a:pt x="548817" y="196713"/>
                  <a:pt x="551805" y="185619"/>
                  <a:pt x="551805" y="174046"/>
                </a:cubicBezTo>
                <a:cubicBezTo>
                  <a:pt x="551805" y="154206"/>
                  <a:pt x="543022" y="135775"/>
                  <a:pt x="527980" y="120487"/>
                </a:cubicBezTo>
                <a:lnTo>
                  <a:pt x="522357" y="115807"/>
                </a:lnTo>
                <a:lnTo>
                  <a:pt x="523484" y="114869"/>
                </a:lnTo>
                <a:cubicBezTo>
                  <a:pt x="535054" y="103110"/>
                  <a:pt x="541809" y="88935"/>
                  <a:pt x="541809" y="73676"/>
                </a:cubicBezTo>
                <a:cubicBezTo>
                  <a:pt x="541809" y="32986"/>
                  <a:pt x="493771" y="0"/>
                  <a:pt x="434513" y="0"/>
                </a:cubicBezTo>
                <a:cubicBezTo>
                  <a:pt x="412292" y="0"/>
                  <a:pt x="391648" y="4639"/>
                  <a:pt x="374523" y="12583"/>
                </a:cubicBezTo>
                <a:lnTo>
                  <a:pt x="362786" y="19232"/>
                </a:lnTo>
                <a:lnTo>
                  <a:pt x="355529" y="16528"/>
                </a:lnTo>
                <a:cubicBezTo>
                  <a:pt x="338839" y="11680"/>
                  <a:pt x="320489" y="9000"/>
                  <a:pt x="301227" y="9000"/>
                </a:cubicBezTo>
                <a:cubicBezTo>
                  <a:pt x="289189" y="9000"/>
                  <a:pt x="277506" y="10047"/>
                  <a:pt x="266363" y="12015"/>
                </a:cubicBezTo>
                <a:lnTo>
                  <a:pt x="237872" y="19713"/>
                </a:lnTo>
                <a:lnTo>
                  <a:pt x="224143" y="18762"/>
                </a:lnTo>
                <a:cubicBezTo>
                  <a:pt x="187108" y="18762"/>
                  <a:pt x="154454" y="31647"/>
                  <a:pt x="135172" y="51245"/>
                </a:cubicBezTo>
                <a:lnTo>
                  <a:pt x="134311" y="52335"/>
                </a:lnTo>
                <a:lnTo>
                  <a:pt x="125289" y="51710"/>
                </a:lnTo>
                <a:cubicBezTo>
                  <a:pt x="56094" y="51710"/>
                  <a:pt x="0" y="90228"/>
                  <a:pt x="0" y="137742"/>
                </a:cubicBezTo>
                <a:cubicBezTo>
                  <a:pt x="0" y="152590"/>
                  <a:pt x="5478" y="166559"/>
                  <a:pt x="15122" y="178749"/>
                </a:cubicBezTo>
                <a:lnTo>
                  <a:pt x="16487" y="179781"/>
                </a:lnTo>
                <a:lnTo>
                  <a:pt x="19009" y="171910"/>
                </a:lnTo>
                <a:cubicBezTo>
                  <a:pt x="26800" y="157132"/>
                  <a:pt x="39863" y="144521"/>
                  <a:pt x="56517" y="136635"/>
                </a:cubicBezTo>
                <a:cubicBezTo>
                  <a:pt x="61275" y="134383"/>
                  <a:pt x="66327" y="132516"/>
                  <a:pt x="71632" y="131094"/>
                </a:cubicBezTo>
                <a:cubicBezTo>
                  <a:pt x="87549" y="126829"/>
                  <a:pt x="103491" y="127179"/>
                  <a:pt x="117735" y="131278"/>
                </a:cubicBezTo>
                <a:lnTo>
                  <a:pt x="118907" y="131736"/>
                </a:lnTo>
                <a:lnTo>
                  <a:pt x="122826" y="126839"/>
                </a:lnTo>
                <a:cubicBezTo>
                  <a:pt x="136201" y="112962"/>
                  <a:pt x="153924" y="102204"/>
                  <a:pt x="174619" y="96659"/>
                </a:cubicBezTo>
                <a:cubicBezTo>
                  <a:pt x="186691" y="93424"/>
                  <a:pt x="198775" y="92231"/>
                  <a:pt x="210424" y="92857"/>
                </a:cubicBezTo>
                <a:lnTo>
                  <a:pt x="225841" y="94908"/>
                </a:lnTo>
                <a:lnTo>
                  <a:pt x="231919" y="89658"/>
                </a:lnTo>
                <a:cubicBezTo>
                  <a:pt x="240185" y="83729"/>
                  <a:pt x="249780" y="79103"/>
                  <a:pt x="260391" y="76260"/>
                </a:cubicBezTo>
                <a:cubicBezTo>
                  <a:pt x="292224" y="67730"/>
                  <a:pt x="324159" y="77663"/>
                  <a:pt x="342413" y="99121"/>
                </a:cubicBezTo>
                <a:lnTo>
                  <a:pt x="351208" y="115829"/>
                </a:lnTo>
                <a:lnTo>
                  <a:pt x="356181" y="113399"/>
                </a:lnTo>
                <a:cubicBezTo>
                  <a:pt x="401958" y="94903"/>
                  <a:pt x="448662" y="102239"/>
                  <a:pt x="466464" y="133072"/>
                </a:cubicBezTo>
                <a:cubicBezTo>
                  <a:pt x="474093" y="146287"/>
                  <a:pt x="475331" y="161941"/>
                  <a:pt x="471191" y="177909"/>
                </a:cubicBezTo>
                <a:lnTo>
                  <a:pt x="470684" y="179285"/>
                </a:lnTo>
                <a:lnTo>
                  <a:pt x="477893" y="180526"/>
                </a:lnTo>
                <a:cubicBezTo>
                  <a:pt x="498564" y="186245"/>
                  <a:pt x="515386" y="197815"/>
                  <a:pt x="525306" y="214997"/>
                </a:cubicBezTo>
                <a:cubicBezTo>
                  <a:pt x="531093" y="225020"/>
                  <a:pt x="534052" y="236122"/>
                  <a:pt x="534444" y="247754"/>
                </a:cubicBezTo>
                <a:lnTo>
                  <a:pt x="533268" y="263788"/>
                </a:lnTo>
                <a:lnTo>
                  <a:pt x="541198" y="26694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 rot="1800000">
            <a:off x="5319338" y="4096901"/>
            <a:ext cx="381901" cy="473248"/>
          </a:xfrm>
          <a:custGeom>
            <a:avLst/>
            <a:gdLst>
              <a:gd name="connsiteX0" fmla="*/ 154105 w 381901"/>
              <a:gd name="connsiteY0" fmla="*/ 0 h 473248"/>
              <a:gd name="connsiteX1" fmla="*/ 253892 w 381901"/>
              <a:gd name="connsiteY1" fmla="*/ 302930 h 473248"/>
              <a:gd name="connsiteX2" fmla="*/ 255101 w 381901"/>
              <a:gd name="connsiteY2" fmla="*/ 304909 h 473248"/>
              <a:gd name="connsiteX3" fmla="*/ 256159 w 381901"/>
              <a:gd name="connsiteY3" fmla="*/ 293906 h 473248"/>
              <a:gd name="connsiteX4" fmla="*/ 380706 w 381901"/>
              <a:gd name="connsiteY4" fmla="*/ 30699 h 473248"/>
              <a:gd name="connsiteX5" fmla="*/ 318314 w 381901"/>
              <a:gd name="connsiteY5" fmla="*/ 345187 h 473248"/>
              <a:gd name="connsiteX6" fmla="*/ 331599 w 381901"/>
              <a:gd name="connsiteY6" fmla="*/ 382913 h 473248"/>
              <a:gd name="connsiteX7" fmla="*/ 335434 w 381901"/>
              <a:gd name="connsiteY7" fmla="*/ 382314 h 473248"/>
              <a:gd name="connsiteX8" fmla="*/ 332892 w 381901"/>
              <a:gd name="connsiteY8" fmla="*/ 386269 h 473248"/>
              <a:gd name="connsiteX9" fmla="*/ 350871 w 381901"/>
              <a:gd name="connsiteY9" fmla="*/ 408612 h 473248"/>
              <a:gd name="connsiteX10" fmla="*/ 381901 w 381901"/>
              <a:gd name="connsiteY10" fmla="*/ 424042 h 473248"/>
              <a:gd name="connsiteX11" fmla="*/ 285268 w 381901"/>
              <a:gd name="connsiteY11" fmla="*/ 472613 h 473248"/>
              <a:gd name="connsiteX12" fmla="*/ 281162 w 381901"/>
              <a:gd name="connsiteY12" fmla="*/ 466761 h 473248"/>
              <a:gd name="connsiteX13" fmla="*/ 276993 w 381901"/>
              <a:gd name="connsiteY13" fmla="*/ 473248 h 473248"/>
              <a:gd name="connsiteX14" fmla="*/ 0 w 381901"/>
              <a:gd name="connsiteY14" fmla="*/ 171625 h 473248"/>
              <a:gd name="connsiteX15" fmla="*/ 189947 w 381901"/>
              <a:gd name="connsiteY15" fmla="*/ 356402 h 473248"/>
              <a:gd name="connsiteX16" fmla="*/ 222640 w 381901"/>
              <a:gd name="connsiteY16" fmla="*/ 373961 h 473248"/>
              <a:gd name="connsiteX17" fmla="*/ 205870 w 381901"/>
              <a:gd name="connsiteY17" fmla="*/ 338754 h 473248"/>
              <a:gd name="connsiteX18" fmla="*/ 154105 w 381901"/>
              <a:gd name="connsiteY18" fmla="*/ 0 h 47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901" h="473248">
                <a:moveTo>
                  <a:pt x="154105" y="0"/>
                </a:moveTo>
                <a:cubicBezTo>
                  <a:pt x="190067" y="81450"/>
                  <a:pt x="206855" y="207792"/>
                  <a:pt x="253892" y="302930"/>
                </a:cubicBezTo>
                <a:lnTo>
                  <a:pt x="255101" y="304909"/>
                </a:lnTo>
                <a:lnTo>
                  <a:pt x="256159" y="293906"/>
                </a:lnTo>
                <a:cubicBezTo>
                  <a:pt x="278345" y="185886"/>
                  <a:pt x="359399" y="128578"/>
                  <a:pt x="380706" y="30699"/>
                </a:cubicBezTo>
                <a:cubicBezTo>
                  <a:pt x="368970" y="120099"/>
                  <a:pt x="298631" y="245737"/>
                  <a:pt x="318314" y="345187"/>
                </a:cubicBezTo>
                <a:lnTo>
                  <a:pt x="331599" y="382913"/>
                </a:lnTo>
                <a:lnTo>
                  <a:pt x="335434" y="382314"/>
                </a:lnTo>
                <a:lnTo>
                  <a:pt x="332892" y="386269"/>
                </a:lnTo>
                <a:lnTo>
                  <a:pt x="350871" y="408612"/>
                </a:lnTo>
                <a:lnTo>
                  <a:pt x="381901" y="424042"/>
                </a:lnTo>
                <a:lnTo>
                  <a:pt x="285268" y="472613"/>
                </a:lnTo>
                <a:lnTo>
                  <a:pt x="281162" y="466761"/>
                </a:lnTo>
                <a:lnTo>
                  <a:pt x="276993" y="473248"/>
                </a:lnTo>
                <a:cubicBezTo>
                  <a:pt x="81719" y="407064"/>
                  <a:pt x="98579" y="261345"/>
                  <a:pt x="0" y="171625"/>
                </a:cubicBezTo>
                <a:cubicBezTo>
                  <a:pt x="58280" y="216336"/>
                  <a:pt x="117903" y="306916"/>
                  <a:pt x="189947" y="356402"/>
                </a:cubicBezTo>
                <a:lnTo>
                  <a:pt x="222640" y="373961"/>
                </a:lnTo>
                <a:lnTo>
                  <a:pt x="205870" y="338754"/>
                </a:lnTo>
                <a:cubicBezTo>
                  <a:pt x="159573" y="214194"/>
                  <a:pt x="195012" y="113468"/>
                  <a:pt x="154105" y="0"/>
                </a:cubicBezTo>
                <a:close/>
              </a:path>
            </a:pathLst>
          </a:cu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 rot="1800000">
            <a:off x="5499631" y="4313487"/>
            <a:ext cx="261004" cy="323432"/>
          </a:xfrm>
          <a:custGeom>
            <a:avLst/>
            <a:gdLst>
              <a:gd name="connsiteX0" fmla="*/ 154105 w 381901"/>
              <a:gd name="connsiteY0" fmla="*/ 0 h 473248"/>
              <a:gd name="connsiteX1" fmla="*/ 253892 w 381901"/>
              <a:gd name="connsiteY1" fmla="*/ 302930 h 473248"/>
              <a:gd name="connsiteX2" fmla="*/ 255101 w 381901"/>
              <a:gd name="connsiteY2" fmla="*/ 304909 h 473248"/>
              <a:gd name="connsiteX3" fmla="*/ 256159 w 381901"/>
              <a:gd name="connsiteY3" fmla="*/ 293906 h 473248"/>
              <a:gd name="connsiteX4" fmla="*/ 380706 w 381901"/>
              <a:gd name="connsiteY4" fmla="*/ 30699 h 473248"/>
              <a:gd name="connsiteX5" fmla="*/ 318314 w 381901"/>
              <a:gd name="connsiteY5" fmla="*/ 345187 h 473248"/>
              <a:gd name="connsiteX6" fmla="*/ 331599 w 381901"/>
              <a:gd name="connsiteY6" fmla="*/ 382913 h 473248"/>
              <a:gd name="connsiteX7" fmla="*/ 335434 w 381901"/>
              <a:gd name="connsiteY7" fmla="*/ 382314 h 473248"/>
              <a:gd name="connsiteX8" fmla="*/ 332892 w 381901"/>
              <a:gd name="connsiteY8" fmla="*/ 386269 h 473248"/>
              <a:gd name="connsiteX9" fmla="*/ 350871 w 381901"/>
              <a:gd name="connsiteY9" fmla="*/ 408612 h 473248"/>
              <a:gd name="connsiteX10" fmla="*/ 381901 w 381901"/>
              <a:gd name="connsiteY10" fmla="*/ 424042 h 473248"/>
              <a:gd name="connsiteX11" fmla="*/ 285268 w 381901"/>
              <a:gd name="connsiteY11" fmla="*/ 472613 h 473248"/>
              <a:gd name="connsiteX12" fmla="*/ 281162 w 381901"/>
              <a:gd name="connsiteY12" fmla="*/ 466761 h 473248"/>
              <a:gd name="connsiteX13" fmla="*/ 276993 w 381901"/>
              <a:gd name="connsiteY13" fmla="*/ 473248 h 473248"/>
              <a:gd name="connsiteX14" fmla="*/ 0 w 381901"/>
              <a:gd name="connsiteY14" fmla="*/ 171625 h 473248"/>
              <a:gd name="connsiteX15" fmla="*/ 189947 w 381901"/>
              <a:gd name="connsiteY15" fmla="*/ 356402 h 473248"/>
              <a:gd name="connsiteX16" fmla="*/ 222640 w 381901"/>
              <a:gd name="connsiteY16" fmla="*/ 373961 h 473248"/>
              <a:gd name="connsiteX17" fmla="*/ 205870 w 381901"/>
              <a:gd name="connsiteY17" fmla="*/ 338754 h 473248"/>
              <a:gd name="connsiteX18" fmla="*/ 154105 w 381901"/>
              <a:gd name="connsiteY18" fmla="*/ 0 h 47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901" h="473248">
                <a:moveTo>
                  <a:pt x="154105" y="0"/>
                </a:moveTo>
                <a:cubicBezTo>
                  <a:pt x="190067" y="81450"/>
                  <a:pt x="206855" y="207792"/>
                  <a:pt x="253892" y="302930"/>
                </a:cubicBezTo>
                <a:lnTo>
                  <a:pt x="255101" y="304909"/>
                </a:lnTo>
                <a:lnTo>
                  <a:pt x="256159" y="293906"/>
                </a:lnTo>
                <a:cubicBezTo>
                  <a:pt x="278345" y="185886"/>
                  <a:pt x="359399" y="128578"/>
                  <a:pt x="380706" y="30699"/>
                </a:cubicBezTo>
                <a:cubicBezTo>
                  <a:pt x="368970" y="120099"/>
                  <a:pt x="298631" y="245737"/>
                  <a:pt x="318314" y="345187"/>
                </a:cubicBezTo>
                <a:lnTo>
                  <a:pt x="331599" y="382913"/>
                </a:lnTo>
                <a:lnTo>
                  <a:pt x="335434" y="382314"/>
                </a:lnTo>
                <a:lnTo>
                  <a:pt x="332892" y="386269"/>
                </a:lnTo>
                <a:lnTo>
                  <a:pt x="350871" y="408612"/>
                </a:lnTo>
                <a:lnTo>
                  <a:pt x="381901" y="424042"/>
                </a:lnTo>
                <a:lnTo>
                  <a:pt x="285268" y="472613"/>
                </a:lnTo>
                <a:lnTo>
                  <a:pt x="281162" y="466761"/>
                </a:lnTo>
                <a:lnTo>
                  <a:pt x="276993" y="473248"/>
                </a:lnTo>
                <a:cubicBezTo>
                  <a:pt x="81719" y="407064"/>
                  <a:pt x="98579" y="261345"/>
                  <a:pt x="0" y="171625"/>
                </a:cubicBezTo>
                <a:cubicBezTo>
                  <a:pt x="58280" y="216336"/>
                  <a:pt x="117903" y="306916"/>
                  <a:pt x="189947" y="356402"/>
                </a:cubicBezTo>
                <a:lnTo>
                  <a:pt x="222640" y="373961"/>
                </a:lnTo>
                <a:lnTo>
                  <a:pt x="205870" y="338754"/>
                </a:lnTo>
                <a:cubicBezTo>
                  <a:pt x="159573" y="214194"/>
                  <a:pt x="195012" y="113468"/>
                  <a:pt x="154105" y="0"/>
                </a:cubicBezTo>
                <a:close/>
              </a:path>
            </a:pathLst>
          </a:cu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 rot="1800000">
            <a:off x="5573587" y="4108511"/>
            <a:ext cx="381901" cy="473248"/>
          </a:xfrm>
          <a:custGeom>
            <a:avLst/>
            <a:gdLst>
              <a:gd name="connsiteX0" fmla="*/ 154105 w 381901"/>
              <a:gd name="connsiteY0" fmla="*/ 0 h 473248"/>
              <a:gd name="connsiteX1" fmla="*/ 253892 w 381901"/>
              <a:gd name="connsiteY1" fmla="*/ 302930 h 473248"/>
              <a:gd name="connsiteX2" fmla="*/ 255101 w 381901"/>
              <a:gd name="connsiteY2" fmla="*/ 304909 h 473248"/>
              <a:gd name="connsiteX3" fmla="*/ 256159 w 381901"/>
              <a:gd name="connsiteY3" fmla="*/ 293906 h 473248"/>
              <a:gd name="connsiteX4" fmla="*/ 380706 w 381901"/>
              <a:gd name="connsiteY4" fmla="*/ 30699 h 473248"/>
              <a:gd name="connsiteX5" fmla="*/ 318314 w 381901"/>
              <a:gd name="connsiteY5" fmla="*/ 345187 h 473248"/>
              <a:gd name="connsiteX6" fmla="*/ 331599 w 381901"/>
              <a:gd name="connsiteY6" fmla="*/ 382913 h 473248"/>
              <a:gd name="connsiteX7" fmla="*/ 335434 w 381901"/>
              <a:gd name="connsiteY7" fmla="*/ 382314 h 473248"/>
              <a:gd name="connsiteX8" fmla="*/ 332892 w 381901"/>
              <a:gd name="connsiteY8" fmla="*/ 386269 h 473248"/>
              <a:gd name="connsiteX9" fmla="*/ 350871 w 381901"/>
              <a:gd name="connsiteY9" fmla="*/ 408612 h 473248"/>
              <a:gd name="connsiteX10" fmla="*/ 381901 w 381901"/>
              <a:gd name="connsiteY10" fmla="*/ 424042 h 473248"/>
              <a:gd name="connsiteX11" fmla="*/ 285268 w 381901"/>
              <a:gd name="connsiteY11" fmla="*/ 472613 h 473248"/>
              <a:gd name="connsiteX12" fmla="*/ 281162 w 381901"/>
              <a:gd name="connsiteY12" fmla="*/ 466761 h 473248"/>
              <a:gd name="connsiteX13" fmla="*/ 276993 w 381901"/>
              <a:gd name="connsiteY13" fmla="*/ 473248 h 473248"/>
              <a:gd name="connsiteX14" fmla="*/ 0 w 381901"/>
              <a:gd name="connsiteY14" fmla="*/ 171625 h 473248"/>
              <a:gd name="connsiteX15" fmla="*/ 189947 w 381901"/>
              <a:gd name="connsiteY15" fmla="*/ 356402 h 473248"/>
              <a:gd name="connsiteX16" fmla="*/ 222640 w 381901"/>
              <a:gd name="connsiteY16" fmla="*/ 373961 h 473248"/>
              <a:gd name="connsiteX17" fmla="*/ 205870 w 381901"/>
              <a:gd name="connsiteY17" fmla="*/ 338754 h 473248"/>
              <a:gd name="connsiteX18" fmla="*/ 154105 w 381901"/>
              <a:gd name="connsiteY18" fmla="*/ 0 h 47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901" h="473248">
                <a:moveTo>
                  <a:pt x="154105" y="0"/>
                </a:moveTo>
                <a:cubicBezTo>
                  <a:pt x="190067" y="81450"/>
                  <a:pt x="206855" y="207792"/>
                  <a:pt x="253892" y="302930"/>
                </a:cubicBezTo>
                <a:lnTo>
                  <a:pt x="255101" y="304909"/>
                </a:lnTo>
                <a:lnTo>
                  <a:pt x="256159" y="293906"/>
                </a:lnTo>
                <a:cubicBezTo>
                  <a:pt x="278345" y="185886"/>
                  <a:pt x="359399" y="128578"/>
                  <a:pt x="380706" y="30699"/>
                </a:cubicBezTo>
                <a:cubicBezTo>
                  <a:pt x="368970" y="120099"/>
                  <a:pt x="298631" y="245737"/>
                  <a:pt x="318314" y="345187"/>
                </a:cubicBezTo>
                <a:lnTo>
                  <a:pt x="331599" y="382913"/>
                </a:lnTo>
                <a:lnTo>
                  <a:pt x="335434" y="382314"/>
                </a:lnTo>
                <a:lnTo>
                  <a:pt x="332892" y="386269"/>
                </a:lnTo>
                <a:lnTo>
                  <a:pt x="350871" y="408612"/>
                </a:lnTo>
                <a:lnTo>
                  <a:pt x="381901" y="424042"/>
                </a:lnTo>
                <a:lnTo>
                  <a:pt x="285268" y="472613"/>
                </a:lnTo>
                <a:lnTo>
                  <a:pt x="281162" y="466761"/>
                </a:lnTo>
                <a:lnTo>
                  <a:pt x="276993" y="473248"/>
                </a:lnTo>
                <a:cubicBezTo>
                  <a:pt x="81719" y="407064"/>
                  <a:pt x="98579" y="261345"/>
                  <a:pt x="0" y="171625"/>
                </a:cubicBezTo>
                <a:cubicBezTo>
                  <a:pt x="58280" y="216336"/>
                  <a:pt x="117903" y="306916"/>
                  <a:pt x="189947" y="356402"/>
                </a:cubicBezTo>
                <a:lnTo>
                  <a:pt x="222640" y="373961"/>
                </a:lnTo>
                <a:lnTo>
                  <a:pt x="205870" y="338754"/>
                </a:lnTo>
                <a:cubicBezTo>
                  <a:pt x="159573" y="214194"/>
                  <a:pt x="195012" y="113468"/>
                  <a:pt x="154105" y="0"/>
                </a:cubicBezTo>
                <a:close/>
              </a:path>
            </a:pathLst>
          </a:cu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rot="19800000" flipH="1">
            <a:off x="5596728" y="4405855"/>
            <a:ext cx="170792" cy="211644"/>
          </a:xfrm>
          <a:custGeom>
            <a:avLst/>
            <a:gdLst>
              <a:gd name="connsiteX0" fmla="*/ 154105 w 381901"/>
              <a:gd name="connsiteY0" fmla="*/ 0 h 473248"/>
              <a:gd name="connsiteX1" fmla="*/ 253892 w 381901"/>
              <a:gd name="connsiteY1" fmla="*/ 302930 h 473248"/>
              <a:gd name="connsiteX2" fmla="*/ 255101 w 381901"/>
              <a:gd name="connsiteY2" fmla="*/ 304909 h 473248"/>
              <a:gd name="connsiteX3" fmla="*/ 256159 w 381901"/>
              <a:gd name="connsiteY3" fmla="*/ 293906 h 473248"/>
              <a:gd name="connsiteX4" fmla="*/ 380706 w 381901"/>
              <a:gd name="connsiteY4" fmla="*/ 30699 h 473248"/>
              <a:gd name="connsiteX5" fmla="*/ 318314 w 381901"/>
              <a:gd name="connsiteY5" fmla="*/ 345187 h 473248"/>
              <a:gd name="connsiteX6" fmla="*/ 331599 w 381901"/>
              <a:gd name="connsiteY6" fmla="*/ 382913 h 473248"/>
              <a:gd name="connsiteX7" fmla="*/ 335434 w 381901"/>
              <a:gd name="connsiteY7" fmla="*/ 382314 h 473248"/>
              <a:gd name="connsiteX8" fmla="*/ 332892 w 381901"/>
              <a:gd name="connsiteY8" fmla="*/ 386269 h 473248"/>
              <a:gd name="connsiteX9" fmla="*/ 350871 w 381901"/>
              <a:gd name="connsiteY9" fmla="*/ 408612 h 473248"/>
              <a:gd name="connsiteX10" fmla="*/ 381901 w 381901"/>
              <a:gd name="connsiteY10" fmla="*/ 424042 h 473248"/>
              <a:gd name="connsiteX11" fmla="*/ 285268 w 381901"/>
              <a:gd name="connsiteY11" fmla="*/ 472613 h 473248"/>
              <a:gd name="connsiteX12" fmla="*/ 281162 w 381901"/>
              <a:gd name="connsiteY12" fmla="*/ 466761 h 473248"/>
              <a:gd name="connsiteX13" fmla="*/ 276993 w 381901"/>
              <a:gd name="connsiteY13" fmla="*/ 473248 h 473248"/>
              <a:gd name="connsiteX14" fmla="*/ 0 w 381901"/>
              <a:gd name="connsiteY14" fmla="*/ 171625 h 473248"/>
              <a:gd name="connsiteX15" fmla="*/ 189947 w 381901"/>
              <a:gd name="connsiteY15" fmla="*/ 356402 h 473248"/>
              <a:gd name="connsiteX16" fmla="*/ 222640 w 381901"/>
              <a:gd name="connsiteY16" fmla="*/ 373961 h 473248"/>
              <a:gd name="connsiteX17" fmla="*/ 205870 w 381901"/>
              <a:gd name="connsiteY17" fmla="*/ 338754 h 473248"/>
              <a:gd name="connsiteX18" fmla="*/ 154105 w 381901"/>
              <a:gd name="connsiteY18" fmla="*/ 0 h 47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901" h="473248">
                <a:moveTo>
                  <a:pt x="154105" y="0"/>
                </a:moveTo>
                <a:cubicBezTo>
                  <a:pt x="190067" y="81450"/>
                  <a:pt x="206855" y="207792"/>
                  <a:pt x="253892" y="302930"/>
                </a:cubicBezTo>
                <a:lnTo>
                  <a:pt x="255101" y="304909"/>
                </a:lnTo>
                <a:lnTo>
                  <a:pt x="256159" y="293906"/>
                </a:lnTo>
                <a:cubicBezTo>
                  <a:pt x="278345" y="185886"/>
                  <a:pt x="359399" y="128578"/>
                  <a:pt x="380706" y="30699"/>
                </a:cubicBezTo>
                <a:cubicBezTo>
                  <a:pt x="368970" y="120099"/>
                  <a:pt x="298631" y="245737"/>
                  <a:pt x="318314" y="345187"/>
                </a:cubicBezTo>
                <a:lnTo>
                  <a:pt x="331599" y="382913"/>
                </a:lnTo>
                <a:lnTo>
                  <a:pt x="335434" y="382314"/>
                </a:lnTo>
                <a:lnTo>
                  <a:pt x="332892" y="386269"/>
                </a:lnTo>
                <a:lnTo>
                  <a:pt x="350871" y="408612"/>
                </a:lnTo>
                <a:lnTo>
                  <a:pt x="381901" y="424042"/>
                </a:lnTo>
                <a:lnTo>
                  <a:pt x="285268" y="472613"/>
                </a:lnTo>
                <a:lnTo>
                  <a:pt x="281162" y="466761"/>
                </a:lnTo>
                <a:lnTo>
                  <a:pt x="276993" y="473248"/>
                </a:lnTo>
                <a:cubicBezTo>
                  <a:pt x="81719" y="407064"/>
                  <a:pt x="98579" y="261345"/>
                  <a:pt x="0" y="171625"/>
                </a:cubicBezTo>
                <a:cubicBezTo>
                  <a:pt x="58280" y="216336"/>
                  <a:pt x="117903" y="306916"/>
                  <a:pt x="189947" y="356402"/>
                </a:cubicBezTo>
                <a:lnTo>
                  <a:pt x="222640" y="373961"/>
                </a:lnTo>
                <a:lnTo>
                  <a:pt x="205870" y="338754"/>
                </a:lnTo>
                <a:cubicBezTo>
                  <a:pt x="159573" y="214194"/>
                  <a:pt x="195012" y="113468"/>
                  <a:pt x="154105" y="0"/>
                </a:cubicBezTo>
                <a:close/>
              </a:path>
            </a:pathLst>
          </a:cu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19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53220" y="2652184"/>
            <a:ext cx="1714330" cy="1714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 rot="4500000" flipH="1">
            <a:off x="7463156" y="1627573"/>
            <a:ext cx="1131809" cy="1440048"/>
          </a:xfrm>
          <a:custGeom>
            <a:avLst/>
            <a:gdLst>
              <a:gd name="connsiteX0" fmla="*/ 1111250 w 1131809"/>
              <a:gd name="connsiteY0" fmla="*/ 285917 h 1440048"/>
              <a:gd name="connsiteX1" fmla="*/ 1114930 w 1131809"/>
              <a:gd name="connsiteY1" fmla="*/ 326880 h 1440048"/>
              <a:gd name="connsiteX2" fmla="*/ 1083991 w 1131809"/>
              <a:gd name="connsiteY2" fmla="*/ 440525 h 1440048"/>
              <a:gd name="connsiteX3" fmla="*/ 1082087 w 1131809"/>
              <a:gd name="connsiteY3" fmla="*/ 443114 h 1440048"/>
              <a:gd name="connsiteX4" fmla="*/ 1091581 w 1131809"/>
              <a:gd name="connsiteY4" fmla="*/ 456024 h 1440048"/>
              <a:gd name="connsiteX5" fmla="*/ 1131809 w 1131809"/>
              <a:gd name="connsiteY5" fmla="*/ 603786 h 1440048"/>
              <a:gd name="connsiteX6" fmla="*/ 1117516 w 1131809"/>
              <a:gd name="connsiteY6" fmla="*/ 694655 h 1440048"/>
              <a:gd name="connsiteX7" fmla="*/ 1102261 w 1131809"/>
              <a:gd name="connsiteY7" fmla="*/ 731342 h 1440048"/>
              <a:gd name="connsiteX8" fmla="*/ 1111196 w 1131809"/>
              <a:gd name="connsiteY8" fmla="*/ 749811 h 1440048"/>
              <a:gd name="connsiteX9" fmla="*/ 1125432 w 1131809"/>
              <a:gd name="connsiteY9" fmla="*/ 828930 h 1440048"/>
              <a:gd name="connsiteX10" fmla="*/ 1014786 w 1131809"/>
              <a:gd name="connsiteY10" fmla="*/ 1016217 h 1440048"/>
              <a:gd name="connsiteX11" fmla="*/ 967741 w 1131809"/>
              <a:gd name="connsiteY11" fmla="*/ 1026873 h 1440048"/>
              <a:gd name="connsiteX12" fmla="*/ 970449 w 1131809"/>
              <a:gd name="connsiteY12" fmla="*/ 1040750 h 1440048"/>
              <a:gd name="connsiteX13" fmla="*/ 848982 w 1131809"/>
              <a:gd name="connsiteY13" fmla="*/ 1299884 h 1440048"/>
              <a:gd name="connsiteX14" fmla="*/ 735216 w 1131809"/>
              <a:gd name="connsiteY14" fmla="*/ 1281902 h 1440048"/>
              <a:gd name="connsiteX15" fmla="*/ 732155 w 1131809"/>
              <a:gd name="connsiteY15" fmla="*/ 1279740 h 1440048"/>
              <a:gd name="connsiteX16" fmla="*/ 724325 w 1131809"/>
              <a:gd name="connsiteY16" fmla="*/ 1296710 h 1440048"/>
              <a:gd name="connsiteX17" fmla="*/ 607913 w 1131809"/>
              <a:gd name="connsiteY17" fmla="*/ 1390917 h 1440048"/>
              <a:gd name="connsiteX18" fmla="*/ 521038 w 1131809"/>
              <a:gd name="connsiteY18" fmla="*/ 1391806 h 1440048"/>
              <a:gd name="connsiteX19" fmla="*/ 482249 w 1131809"/>
              <a:gd name="connsiteY19" fmla="*/ 1378304 h 1440048"/>
              <a:gd name="connsiteX20" fmla="*/ 469228 w 1131809"/>
              <a:gd name="connsiteY20" fmla="*/ 1395788 h 1440048"/>
              <a:gd name="connsiteX21" fmla="*/ 404035 w 1131809"/>
              <a:gd name="connsiteY21" fmla="*/ 1435557 h 1440048"/>
              <a:gd name="connsiteX22" fmla="*/ 151284 w 1131809"/>
              <a:gd name="connsiteY22" fmla="*/ 1219504 h 1440048"/>
              <a:gd name="connsiteX23" fmla="*/ 142668 w 1131809"/>
              <a:gd name="connsiteY23" fmla="*/ 1063150 h 1440048"/>
              <a:gd name="connsiteX24" fmla="*/ 144777 w 1131809"/>
              <a:gd name="connsiteY24" fmla="*/ 1055017 h 1440048"/>
              <a:gd name="connsiteX25" fmla="*/ 115642 w 1131809"/>
              <a:gd name="connsiteY25" fmla="*/ 1024152 h 1440048"/>
              <a:gd name="connsiteX26" fmla="*/ 18426 w 1131809"/>
              <a:gd name="connsiteY26" fmla="*/ 832080 h 1440048"/>
              <a:gd name="connsiteX27" fmla="*/ 47748 w 1131809"/>
              <a:gd name="connsiteY27" fmla="*/ 500728 h 1440048"/>
              <a:gd name="connsiteX28" fmla="*/ 63902 w 1131809"/>
              <a:gd name="connsiteY28" fmla="*/ 479036 h 1440048"/>
              <a:gd name="connsiteX29" fmla="*/ 49914 w 1131809"/>
              <a:gd name="connsiteY29" fmla="*/ 451622 h 1440048"/>
              <a:gd name="connsiteX30" fmla="*/ 37566 w 1131809"/>
              <a:gd name="connsiteY30" fmla="*/ 415678 h 1440048"/>
              <a:gd name="connsiteX31" fmla="*/ 113655 w 1131809"/>
              <a:gd name="connsiteY31" fmla="*/ 200523 h 1440048"/>
              <a:gd name="connsiteX32" fmla="*/ 166052 w 1131809"/>
              <a:gd name="connsiteY32" fmla="*/ 201789 h 1440048"/>
              <a:gd name="connsiteX33" fmla="*/ 190863 w 1131809"/>
              <a:gd name="connsiteY33" fmla="*/ 212488 h 1440048"/>
              <a:gd name="connsiteX34" fmla="*/ 193126 w 1131809"/>
              <a:gd name="connsiteY34" fmla="*/ 188725 h 1440048"/>
              <a:gd name="connsiteX35" fmla="*/ 332641 w 1131809"/>
              <a:gd name="connsiteY35" fmla="*/ 5245 h 1440048"/>
              <a:gd name="connsiteX36" fmla="*/ 578851 w 1131809"/>
              <a:gd name="connsiteY36" fmla="*/ 141658 h 1440048"/>
              <a:gd name="connsiteX37" fmla="*/ 597129 w 1131809"/>
              <a:gd name="connsiteY37" fmla="*/ 177481 h 1440048"/>
              <a:gd name="connsiteX38" fmla="*/ 601748 w 1131809"/>
              <a:gd name="connsiteY38" fmla="*/ 178004 h 1440048"/>
              <a:gd name="connsiteX39" fmla="*/ 649852 w 1131809"/>
              <a:gd name="connsiteY39" fmla="*/ 156768 h 1440048"/>
              <a:gd name="connsiteX40" fmla="*/ 708719 w 1131809"/>
              <a:gd name="connsiteY40" fmla="*/ 148448 h 1440048"/>
              <a:gd name="connsiteX41" fmla="*/ 800406 w 1131809"/>
              <a:gd name="connsiteY41" fmla="*/ 169217 h 1440048"/>
              <a:gd name="connsiteX42" fmla="*/ 812660 w 1131809"/>
              <a:gd name="connsiteY42" fmla="*/ 176679 h 1440048"/>
              <a:gd name="connsiteX43" fmla="*/ 832477 w 1131809"/>
              <a:gd name="connsiteY43" fmla="*/ 158334 h 1440048"/>
              <a:gd name="connsiteX44" fmla="*/ 933767 w 1131809"/>
              <a:gd name="connsiteY44" fmla="*/ 123620 h 1440048"/>
              <a:gd name="connsiteX45" fmla="*/ 1111250 w 1131809"/>
              <a:gd name="connsiteY45" fmla="*/ 285917 h 144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31809" h="1440048">
                <a:moveTo>
                  <a:pt x="1111250" y="285917"/>
                </a:moveTo>
                <a:cubicBezTo>
                  <a:pt x="1113663" y="299148"/>
                  <a:pt x="1114930" y="312848"/>
                  <a:pt x="1114930" y="326880"/>
                </a:cubicBezTo>
                <a:cubicBezTo>
                  <a:pt x="1114930" y="368977"/>
                  <a:pt x="1103525" y="408085"/>
                  <a:pt x="1083991" y="440525"/>
                </a:cubicBezTo>
                <a:lnTo>
                  <a:pt x="1082087" y="443114"/>
                </a:lnTo>
                <a:lnTo>
                  <a:pt x="1091581" y="456024"/>
                </a:lnTo>
                <a:cubicBezTo>
                  <a:pt x="1116979" y="498203"/>
                  <a:pt x="1131809" y="549052"/>
                  <a:pt x="1131809" y="603786"/>
                </a:cubicBezTo>
                <a:cubicBezTo>
                  <a:pt x="1131809" y="635715"/>
                  <a:pt x="1126763" y="666321"/>
                  <a:pt x="1117516" y="694655"/>
                </a:cubicBezTo>
                <a:lnTo>
                  <a:pt x="1102261" y="731342"/>
                </a:lnTo>
                <a:lnTo>
                  <a:pt x="1111196" y="749811"/>
                </a:lnTo>
                <a:cubicBezTo>
                  <a:pt x="1120363" y="774129"/>
                  <a:pt x="1125433" y="800865"/>
                  <a:pt x="1125432" y="828930"/>
                </a:cubicBezTo>
                <a:cubicBezTo>
                  <a:pt x="1125433" y="913123"/>
                  <a:pt x="1079808" y="985360"/>
                  <a:pt x="1014786" y="1016217"/>
                </a:cubicBezTo>
                <a:lnTo>
                  <a:pt x="967741" y="1026873"/>
                </a:lnTo>
                <a:lnTo>
                  <a:pt x="970449" y="1040750"/>
                </a:lnTo>
                <a:cubicBezTo>
                  <a:pt x="985824" y="1165942"/>
                  <a:pt x="936840" y="1276342"/>
                  <a:pt x="848982" y="1299884"/>
                </a:cubicBezTo>
                <a:cubicBezTo>
                  <a:pt x="811329" y="1309973"/>
                  <a:pt x="771882" y="1302676"/>
                  <a:pt x="735216" y="1281902"/>
                </a:cubicBezTo>
                <a:lnTo>
                  <a:pt x="732155" y="1279740"/>
                </a:lnTo>
                <a:lnTo>
                  <a:pt x="724325" y="1296710"/>
                </a:lnTo>
                <a:cubicBezTo>
                  <a:pt x="696544" y="1343938"/>
                  <a:pt x="656870" y="1377799"/>
                  <a:pt x="607913" y="1390917"/>
                </a:cubicBezTo>
                <a:cubicBezTo>
                  <a:pt x="579354" y="1398569"/>
                  <a:pt x="550002" y="1398530"/>
                  <a:pt x="521038" y="1391806"/>
                </a:cubicBezTo>
                <a:lnTo>
                  <a:pt x="482249" y="1378304"/>
                </a:lnTo>
                <a:lnTo>
                  <a:pt x="469228" y="1395788"/>
                </a:lnTo>
                <a:cubicBezTo>
                  <a:pt x="451067" y="1415015"/>
                  <a:pt x="429138" y="1428831"/>
                  <a:pt x="404035" y="1435557"/>
                </a:cubicBezTo>
                <a:cubicBezTo>
                  <a:pt x="303626" y="1462462"/>
                  <a:pt x="190465" y="1365731"/>
                  <a:pt x="151284" y="1219504"/>
                </a:cubicBezTo>
                <a:cubicBezTo>
                  <a:pt x="136591" y="1164669"/>
                  <a:pt x="134388" y="1110660"/>
                  <a:pt x="142668" y="1063150"/>
                </a:cubicBezTo>
                <a:lnTo>
                  <a:pt x="144777" y="1055017"/>
                </a:lnTo>
                <a:lnTo>
                  <a:pt x="115642" y="1024152"/>
                </a:lnTo>
                <a:cubicBezTo>
                  <a:pt x="73127" y="973280"/>
                  <a:pt x="38626" y="907464"/>
                  <a:pt x="18426" y="832080"/>
                </a:cubicBezTo>
                <a:cubicBezTo>
                  <a:pt x="-15239" y="706439"/>
                  <a:pt x="-1209" y="583954"/>
                  <a:pt x="47748" y="500728"/>
                </a:cubicBezTo>
                <a:lnTo>
                  <a:pt x="63902" y="479036"/>
                </a:lnTo>
                <a:lnTo>
                  <a:pt x="49914" y="451622"/>
                </a:lnTo>
                <a:cubicBezTo>
                  <a:pt x="45083" y="440238"/>
                  <a:pt x="40928" y="428224"/>
                  <a:pt x="37566" y="415678"/>
                </a:cubicBezTo>
                <a:cubicBezTo>
                  <a:pt x="10674" y="315317"/>
                  <a:pt x="44741" y="218989"/>
                  <a:pt x="113655" y="200523"/>
                </a:cubicBezTo>
                <a:cubicBezTo>
                  <a:pt x="130884" y="195907"/>
                  <a:pt x="148659" y="196594"/>
                  <a:pt x="166052" y="201789"/>
                </a:cubicBezTo>
                <a:lnTo>
                  <a:pt x="190863" y="212488"/>
                </a:lnTo>
                <a:lnTo>
                  <a:pt x="193126" y="188725"/>
                </a:lnTo>
                <a:cubicBezTo>
                  <a:pt x="209241" y="96262"/>
                  <a:pt x="259362" y="24880"/>
                  <a:pt x="332641" y="5245"/>
                </a:cubicBezTo>
                <a:cubicBezTo>
                  <a:pt x="420578" y="-18318"/>
                  <a:pt x="516889" y="39327"/>
                  <a:pt x="578851" y="141658"/>
                </a:cubicBezTo>
                <a:lnTo>
                  <a:pt x="597129" y="177481"/>
                </a:lnTo>
                <a:lnTo>
                  <a:pt x="601748" y="178004"/>
                </a:lnTo>
                <a:lnTo>
                  <a:pt x="649852" y="156768"/>
                </a:lnTo>
                <a:cubicBezTo>
                  <a:pt x="668668" y="151337"/>
                  <a:pt x="688393" y="148448"/>
                  <a:pt x="708719" y="148448"/>
                </a:cubicBezTo>
                <a:cubicBezTo>
                  <a:pt x="741242" y="148448"/>
                  <a:pt x="772225" y="155843"/>
                  <a:pt x="800406" y="169217"/>
                </a:cubicBezTo>
                <a:lnTo>
                  <a:pt x="812660" y="176679"/>
                </a:lnTo>
                <a:lnTo>
                  <a:pt x="832477" y="158334"/>
                </a:lnTo>
                <a:cubicBezTo>
                  <a:pt x="861391" y="136417"/>
                  <a:pt x="896247" y="123620"/>
                  <a:pt x="933767" y="123620"/>
                </a:cubicBezTo>
                <a:cubicBezTo>
                  <a:pt x="1021314" y="123620"/>
                  <a:pt x="1094357" y="193294"/>
                  <a:pt x="1111250" y="285917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 rot="4500000" flipH="1">
            <a:off x="7525492" y="1551075"/>
            <a:ext cx="1131809" cy="1440048"/>
          </a:xfrm>
          <a:custGeom>
            <a:avLst/>
            <a:gdLst>
              <a:gd name="connsiteX0" fmla="*/ 1111250 w 1131809"/>
              <a:gd name="connsiteY0" fmla="*/ 285917 h 1440048"/>
              <a:gd name="connsiteX1" fmla="*/ 1114930 w 1131809"/>
              <a:gd name="connsiteY1" fmla="*/ 326880 h 1440048"/>
              <a:gd name="connsiteX2" fmla="*/ 1083991 w 1131809"/>
              <a:gd name="connsiteY2" fmla="*/ 440525 h 1440048"/>
              <a:gd name="connsiteX3" fmla="*/ 1082087 w 1131809"/>
              <a:gd name="connsiteY3" fmla="*/ 443114 h 1440048"/>
              <a:gd name="connsiteX4" fmla="*/ 1091581 w 1131809"/>
              <a:gd name="connsiteY4" fmla="*/ 456024 h 1440048"/>
              <a:gd name="connsiteX5" fmla="*/ 1131809 w 1131809"/>
              <a:gd name="connsiteY5" fmla="*/ 603786 h 1440048"/>
              <a:gd name="connsiteX6" fmla="*/ 1117516 w 1131809"/>
              <a:gd name="connsiteY6" fmla="*/ 694655 h 1440048"/>
              <a:gd name="connsiteX7" fmla="*/ 1102261 w 1131809"/>
              <a:gd name="connsiteY7" fmla="*/ 731342 h 1440048"/>
              <a:gd name="connsiteX8" fmla="*/ 1111196 w 1131809"/>
              <a:gd name="connsiteY8" fmla="*/ 749811 h 1440048"/>
              <a:gd name="connsiteX9" fmla="*/ 1125432 w 1131809"/>
              <a:gd name="connsiteY9" fmla="*/ 828930 h 1440048"/>
              <a:gd name="connsiteX10" fmla="*/ 1014786 w 1131809"/>
              <a:gd name="connsiteY10" fmla="*/ 1016217 h 1440048"/>
              <a:gd name="connsiteX11" fmla="*/ 967741 w 1131809"/>
              <a:gd name="connsiteY11" fmla="*/ 1026873 h 1440048"/>
              <a:gd name="connsiteX12" fmla="*/ 970449 w 1131809"/>
              <a:gd name="connsiteY12" fmla="*/ 1040750 h 1440048"/>
              <a:gd name="connsiteX13" fmla="*/ 848982 w 1131809"/>
              <a:gd name="connsiteY13" fmla="*/ 1299884 h 1440048"/>
              <a:gd name="connsiteX14" fmla="*/ 735216 w 1131809"/>
              <a:gd name="connsiteY14" fmla="*/ 1281902 h 1440048"/>
              <a:gd name="connsiteX15" fmla="*/ 732155 w 1131809"/>
              <a:gd name="connsiteY15" fmla="*/ 1279740 h 1440048"/>
              <a:gd name="connsiteX16" fmla="*/ 724325 w 1131809"/>
              <a:gd name="connsiteY16" fmla="*/ 1296710 h 1440048"/>
              <a:gd name="connsiteX17" fmla="*/ 607913 w 1131809"/>
              <a:gd name="connsiteY17" fmla="*/ 1390917 h 1440048"/>
              <a:gd name="connsiteX18" fmla="*/ 521038 w 1131809"/>
              <a:gd name="connsiteY18" fmla="*/ 1391806 h 1440048"/>
              <a:gd name="connsiteX19" fmla="*/ 482249 w 1131809"/>
              <a:gd name="connsiteY19" fmla="*/ 1378304 h 1440048"/>
              <a:gd name="connsiteX20" fmla="*/ 469228 w 1131809"/>
              <a:gd name="connsiteY20" fmla="*/ 1395788 h 1440048"/>
              <a:gd name="connsiteX21" fmla="*/ 404035 w 1131809"/>
              <a:gd name="connsiteY21" fmla="*/ 1435557 h 1440048"/>
              <a:gd name="connsiteX22" fmla="*/ 151284 w 1131809"/>
              <a:gd name="connsiteY22" fmla="*/ 1219504 h 1440048"/>
              <a:gd name="connsiteX23" fmla="*/ 142668 w 1131809"/>
              <a:gd name="connsiteY23" fmla="*/ 1063150 h 1440048"/>
              <a:gd name="connsiteX24" fmla="*/ 144777 w 1131809"/>
              <a:gd name="connsiteY24" fmla="*/ 1055017 h 1440048"/>
              <a:gd name="connsiteX25" fmla="*/ 115642 w 1131809"/>
              <a:gd name="connsiteY25" fmla="*/ 1024152 h 1440048"/>
              <a:gd name="connsiteX26" fmla="*/ 18426 w 1131809"/>
              <a:gd name="connsiteY26" fmla="*/ 832080 h 1440048"/>
              <a:gd name="connsiteX27" fmla="*/ 47748 w 1131809"/>
              <a:gd name="connsiteY27" fmla="*/ 500728 h 1440048"/>
              <a:gd name="connsiteX28" fmla="*/ 63902 w 1131809"/>
              <a:gd name="connsiteY28" fmla="*/ 479036 h 1440048"/>
              <a:gd name="connsiteX29" fmla="*/ 49914 w 1131809"/>
              <a:gd name="connsiteY29" fmla="*/ 451622 h 1440048"/>
              <a:gd name="connsiteX30" fmla="*/ 37566 w 1131809"/>
              <a:gd name="connsiteY30" fmla="*/ 415678 h 1440048"/>
              <a:gd name="connsiteX31" fmla="*/ 113655 w 1131809"/>
              <a:gd name="connsiteY31" fmla="*/ 200523 h 1440048"/>
              <a:gd name="connsiteX32" fmla="*/ 166052 w 1131809"/>
              <a:gd name="connsiteY32" fmla="*/ 201789 h 1440048"/>
              <a:gd name="connsiteX33" fmla="*/ 190863 w 1131809"/>
              <a:gd name="connsiteY33" fmla="*/ 212488 h 1440048"/>
              <a:gd name="connsiteX34" fmla="*/ 193126 w 1131809"/>
              <a:gd name="connsiteY34" fmla="*/ 188725 h 1440048"/>
              <a:gd name="connsiteX35" fmla="*/ 332641 w 1131809"/>
              <a:gd name="connsiteY35" fmla="*/ 5245 h 1440048"/>
              <a:gd name="connsiteX36" fmla="*/ 578851 w 1131809"/>
              <a:gd name="connsiteY36" fmla="*/ 141658 h 1440048"/>
              <a:gd name="connsiteX37" fmla="*/ 597129 w 1131809"/>
              <a:gd name="connsiteY37" fmla="*/ 177481 h 1440048"/>
              <a:gd name="connsiteX38" fmla="*/ 601748 w 1131809"/>
              <a:gd name="connsiteY38" fmla="*/ 178004 h 1440048"/>
              <a:gd name="connsiteX39" fmla="*/ 649852 w 1131809"/>
              <a:gd name="connsiteY39" fmla="*/ 156768 h 1440048"/>
              <a:gd name="connsiteX40" fmla="*/ 708719 w 1131809"/>
              <a:gd name="connsiteY40" fmla="*/ 148448 h 1440048"/>
              <a:gd name="connsiteX41" fmla="*/ 800406 w 1131809"/>
              <a:gd name="connsiteY41" fmla="*/ 169217 h 1440048"/>
              <a:gd name="connsiteX42" fmla="*/ 812660 w 1131809"/>
              <a:gd name="connsiteY42" fmla="*/ 176679 h 1440048"/>
              <a:gd name="connsiteX43" fmla="*/ 832477 w 1131809"/>
              <a:gd name="connsiteY43" fmla="*/ 158334 h 1440048"/>
              <a:gd name="connsiteX44" fmla="*/ 933767 w 1131809"/>
              <a:gd name="connsiteY44" fmla="*/ 123620 h 1440048"/>
              <a:gd name="connsiteX45" fmla="*/ 1111250 w 1131809"/>
              <a:gd name="connsiteY45" fmla="*/ 285917 h 144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31809" h="1440048">
                <a:moveTo>
                  <a:pt x="1111250" y="285917"/>
                </a:moveTo>
                <a:cubicBezTo>
                  <a:pt x="1113663" y="299148"/>
                  <a:pt x="1114930" y="312848"/>
                  <a:pt x="1114930" y="326880"/>
                </a:cubicBezTo>
                <a:cubicBezTo>
                  <a:pt x="1114930" y="368977"/>
                  <a:pt x="1103525" y="408085"/>
                  <a:pt x="1083991" y="440525"/>
                </a:cubicBezTo>
                <a:lnTo>
                  <a:pt x="1082087" y="443114"/>
                </a:lnTo>
                <a:lnTo>
                  <a:pt x="1091581" y="456024"/>
                </a:lnTo>
                <a:cubicBezTo>
                  <a:pt x="1116979" y="498203"/>
                  <a:pt x="1131809" y="549052"/>
                  <a:pt x="1131809" y="603786"/>
                </a:cubicBezTo>
                <a:cubicBezTo>
                  <a:pt x="1131809" y="635715"/>
                  <a:pt x="1126763" y="666321"/>
                  <a:pt x="1117516" y="694655"/>
                </a:cubicBezTo>
                <a:lnTo>
                  <a:pt x="1102261" y="731342"/>
                </a:lnTo>
                <a:lnTo>
                  <a:pt x="1111196" y="749811"/>
                </a:lnTo>
                <a:cubicBezTo>
                  <a:pt x="1120363" y="774129"/>
                  <a:pt x="1125433" y="800865"/>
                  <a:pt x="1125432" y="828930"/>
                </a:cubicBezTo>
                <a:cubicBezTo>
                  <a:pt x="1125433" y="913123"/>
                  <a:pt x="1079808" y="985360"/>
                  <a:pt x="1014786" y="1016217"/>
                </a:cubicBezTo>
                <a:lnTo>
                  <a:pt x="967741" y="1026873"/>
                </a:lnTo>
                <a:lnTo>
                  <a:pt x="970449" y="1040750"/>
                </a:lnTo>
                <a:cubicBezTo>
                  <a:pt x="985824" y="1165942"/>
                  <a:pt x="936840" y="1276342"/>
                  <a:pt x="848982" y="1299884"/>
                </a:cubicBezTo>
                <a:cubicBezTo>
                  <a:pt x="811329" y="1309973"/>
                  <a:pt x="771882" y="1302676"/>
                  <a:pt x="735216" y="1281902"/>
                </a:cubicBezTo>
                <a:lnTo>
                  <a:pt x="732155" y="1279740"/>
                </a:lnTo>
                <a:lnTo>
                  <a:pt x="724325" y="1296710"/>
                </a:lnTo>
                <a:cubicBezTo>
                  <a:pt x="696544" y="1343938"/>
                  <a:pt x="656870" y="1377799"/>
                  <a:pt x="607913" y="1390917"/>
                </a:cubicBezTo>
                <a:cubicBezTo>
                  <a:pt x="579354" y="1398569"/>
                  <a:pt x="550002" y="1398530"/>
                  <a:pt x="521038" y="1391806"/>
                </a:cubicBezTo>
                <a:lnTo>
                  <a:pt x="482249" y="1378304"/>
                </a:lnTo>
                <a:lnTo>
                  <a:pt x="469228" y="1395788"/>
                </a:lnTo>
                <a:cubicBezTo>
                  <a:pt x="451067" y="1415015"/>
                  <a:pt x="429138" y="1428831"/>
                  <a:pt x="404035" y="1435557"/>
                </a:cubicBezTo>
                <a:cubicBezTo>
                  <a:pt x="303626" y="1462462"/>
                  <a:pt x="190465" y="1365731"/>
                  <a:pt x="151284" y="1219504"/>
                </a:cubicBezTo>
                <a:cubicBezTo>
                  <a:pt x="136591" y="1164669"/>
                  <a:pt x="134388" y="1110660"/>
                  <a:pt x="142668" y="1063150"/>
                </a:cubicBezTo>
                <a:lnTo>
                  <a:pt x="144777" y="1055017"/>
                </a:lnTo>
                <a:lnTo>
                  <a:pt x="115642" y="1024152"/>
                </a:lnTo>
                <a:cubicBezTo>
                  <a:pt x="73127" y="973280"/>
                  <a:pt x="38626" y="907464"/>
                  <a:pt x="18426" y="832080"/>
                </a:cubicBezTo>
                <a:cubicBezTo>
                  <a:pt x="-15239" y="706439"/>
                  <a:pt x="-1209" y="583954"/>
                  <a:pt x="47748" y="500728"/>
                </a:cubicBezTo>
                <a:lnTo>
                  <a:pt x="63902" y="479036"/>
                </a:lnTo>
                <a:lnTo>
                  <a:pt x="49914" y="451622"/>
                </a:lnTo>
                <a:cubicBezTo>
                  <a:pt x="45083" y="440238"/>
                  <a:pt x="40928" y="428224"/>
                  <a:pt x="37566" y="415678"/>
                </a:cubicBezTo>
                <a:cubicBezTo>
                  <a:pt x="10674" y="315317"/>
                  <a:pt x="44741" y="218989"/>
                  <a:pt x="113655" y="200523"/>
                </a:cubicBezTo>
                <a:cubicBezTo>
                  <a:pt x="130884" y="195907"/>
                  <a:pt x="148659" y="196594"/>
                  <a:pt x="166052" y="201789"/>
                </a:cubicBezTo>
                <a:lnTo>
                  <a:pt x="190863" y="212488"/>
                </a:lnTo>
                <a:lnTo>
                  <a:pt x="193126" y="188725"/>
                </a:lnTo>
                <a:cubicBezTo>
                  <a:pt x="209241" y="96262"/>
                  <a:pt x="259362" y="24880"/>
                  <a:pt x="332641" y="5245"/>
                </a:cubicBezTo>
                <a:cubicBezTo>
                  <a:pt x="420578" y="-18318"/>
                  <a:pt x="516889" y="39327"/>
                  <a:pt x="578851" y="141658"/>
                </a:cubicBezTo>
                <a:lnTo>
                  <a:pt x="597129" y="177481"/>
                </a:lnTo>
                <a:lnTo>
                  <a:pt x="601748" y="178004"/>
                </a:lnTo>
                <a:lnTo>
                  <a:pt x="649852" y="156768"/>
                </a:lnTo>
                <a:cubicBezTo>
                  <a:pt x="668668" y="151337"/>
                  <a:pt x="688393" y="148448"/>
                  <a:pt x="708719" y="148448"/>
                </a:cubicBezTo>
                <a:cubicBezTo>
                  <a:pt x="741242" y="148448"/>
                  <a:pt x="772225" y="155843"/>
                  <a:pt x="800406" y="169217"/>
                </a:cubicBezTo>
                <a:lnTo>
                  <a:pt x="812660" y="176679"/>
                </a:lnTo>
                <a:lnTo>
                  <a:pt x="832477" y="158334"/>
                </a:lnTo>
                <a:cubicBezTo>
                  <a:pt x="861391" y="136417"/>
                  <a:pt x="896247" y="123620"/>
                  <a:pt x="933767" y="123620"/>
                </a:cubicBezTo>
                <a:cubicBezTo>
                  <a:pt x="1021314" y="123620"/>
                  <a:pt x="1094357" y="193294"/>
                  <a:pt x="1111250" y="285917"/>
                </a:cubicBezTo>
                <a:close/>
              </a:path>
            </a:pathLst>
          </a:custGeom>
          <a:solidFill>
            <a:srgbClr val="FA8825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flipH="1" flipV="1">
            <a:off x="7620560" y="2110810"/>
            <a:ext cx="983669" cy="473575"/>
          </a:xfrm>
          <a:custGeom>
            <a:avLst/>
            <a:gdLst>
              <a:gd name="connsiteX0" fmla="*/ 971693 w 983669"/>
              <a:gd name="connsiteY0" fmla="*/ 473575 h 473575"/>
              <a:gd name="connsiteX1" fmla="*/ 976937 w 983669"/>
              <a:gd name="connsiteY1" fmla="*/ 455738 h 473575"/>
              <a:gd name="connsiteX2" fmla="*/ 961906 w 983669"/>
              <a:gd name="connsiteY2" fmla="*/ 404616 h 473575"/>
              <a:gd name="connsiteX3" fmla="*/ 952473 w 983669"/>
              <a:gd name="connsiteY3" fmla="*/ 392682 h 473575"/>
              <a:gd name="connsiteX4" fmla="*/ 968579 w 983669"/>
              <a:gd name="connsiteY4" fmla="*/ 368976 h 473575"/>
              <a:gd name="connsiteX5" fmla="*/ 983669 w 983669"/>
              <a:gd name="connsiteY5" fmla="*/ 310261 h 473575"/>
              <a:gd name="connsiteX6" fmla="*/ 941197 w 983669"/>
              <a:gd name="connsiteY6" fmla="*/ 214784 h 473575"/>
              <a:gd name="connsiteX7" fmla="*/ 931173 w 983669"/>
              <a:gd name="connsiteY7" fmla="*/ 206442 h 473575"/>
              <a:gd name="connsiteX8" fmla="*/ 933184 w 983669"/>
              <a:gd name="connsiteY8" fmla="*/ 204770 h 473575"/>
              <a:gd name="connsiteX9" fmla="*/ 965849 w 983669"/>
              <a:gd name="connsiteY9" fmla="*/ 131338 h 473575"/>
              <a:gd name="connsiteX10" fmla="*/ 774580 w 983669"/>
              <a:gd name="connsiteY10" fmla="*/ 0 h 473575"/>
              <a:gd name="connsiteX11" fmla="*/ 667640 w 983669"/>
              <a:gd name="connsiteY11" fmla="*/ 22431 h 473575"/>
              <a:gd name="connsiteX12" fmla="*/ 646717 w 983669"/>
              <a:gd name="connsiteY12" fmla="*/ 34285 h 473575"/>
              <a:gd name="connsiteX13" fmla="*/ 633780 w 983669"/>
              <a:gd name="connsiteY13" fmla="*/ 29463 h 473575"/>
              <a:gd name="connsiteX14" fmla="*/ 536979 w 983669"/>
              <a:gd name="connsiteY14" fmla="*/ 16043 h 473575"/>
              <a:gd name="connsiteX15" fmla="*/ 474828 w 983669"/>
              <a:gd name="connsiteY15" fmla="*/ 21419 h 473575"/>
              <a:gd name="connsiteX16" fmla="*/ 424040 w 983669"/>
              <a:gd name="connsiteY16" fmla="*/ 35140 h 473575"/>
              <a:gd name="connsiteX17" fmla="*/ 399566 w 983669"/>
              <a:gd name="connsiteY17" fmla="*/ 33446 h 473575"/>
              <a:gd name="connsiteX18" fmla="*/ 240964 w 983669"/>
              <a:gd name="connsiteY18" fmla="*/ 91352 h 473575"/>
              <a:gd name="connsiteX19" fmla="*/ 239428 w 983669"/>
              <a:gd name="connsiteY19" fmla="*/ 93294 h 473575"/>
              <a:gd name="connsiteX20" fmla="*/ 223345 w 983669"/>
              <a:gd name="connsiteY20" fmla="*/ 92181 h 473575"/>
              <a:gd name="connsiteX21" fmla="*/ 0 w 983669"/>
              <a:gd name="connsiteY21" fmla="*/ 245544 h 473575"/>
              <a:gd name="connsiteX22" fmla="*/ 3270 w 983669"/>
              <a:gd name="connsiteY22" fmla="*/ 263369 h 473575"/>
              <a:gd name="connsiteX23" fmla="*/ 29250 w 983669"/>
              <a:gd name="connsiteY23" fmla="*/ 229321 h 473575"/>
              <a:gd name="connsiteX24" fmla="*/ 68608 w 983669"/>
              <a:gd name="connsiteY24" fmla="*/ 202488 h 473575"/>
              <a:gd name="connsiteX25" fmla="*/ 95552 w 983669"/>
              <a:gd name="connsiteY25" fmla="*/ 192609 h 473575"/>
              <a:gd name="connsiteX26" fmla="*/ 177738 w 983669"/>
              <a:gd name="connsiteY26" fmla="*/ 192938 h 473575"/>
              <a:gd name="connsiteX27" fmla="*/ 179826 w 983669"/>
              <a:gd name="connsiteY27" fmla="*/ 193754 h 473575"/>
              <a:gd name="connsiteX28" fmla="*/ 186813 w 983669"/>
              <a:gd name="connsiteY28" fmla="*/ 185023 h 473575"/>
              <a:gd name="connsiteX29" fmla="*/ 279141 w 983669"/>
              <a:gd name="connsiteY29" fmla="*/ 131223 h 473575"/>
              <a:gd name="connsiteX30" fmla="*/ 342969 w 983669"/>
              <a:gd name="connsiteY30" fmla="*/ 124446 h 473575"/>
              <a:gd name="connsiteX31" fmla="*/ 370451 w 983669"/>
              <a:gd name="connsiteY31" fmla="*/ 128102 h 473575"/>
              <a:gd name="connsiteX32" fmla="*/ 381286 w 983669"/>
              <a:gd name="connsiteY32" fmla="*/ 118745 h 473575"/>
              <a:gd name="connsiteX33" fmla="*/ 432042 w 983669"/>
              <a:gd name="connsiteY33" fmla="*/ 94861 h 473575"/>
              <a:gd name="connsiteX34" fmla="*/ 578257 w 983669"/>
              <a:gd name="connsiteY34" fmla="*/ 135613 h 473575"/>
              <a:gd name="connsiteX35" fmla="*/ 593936 w 983669"/>
              <a:gd name="connsiteY35" fmla="*/ 165397 h 473575"/>
              <a:gd name="connsiteX36" fmla="*/ 602800 w 983669"/>
              <a:gd name="connsiteY36" fmla="*/ 161066 h 473575"/>
              <a:gd name="connsiteX37" fmla="*/ 799396 w 983669"/>
              <a:gd name="connsiteY37" fmla="*/ 196136 h 473575"/>
              <a:gd name="connsiteX38" fmla="*/ 807822 w 983669"/>
              <a:gd name="connsiteY38" fmla="*/ 276063 h 473575"/>
              <a:gd name="connsiteX39" fmla="*/ 806917 w 983669"/>
              <a:gd name="connsiteY39" fmla="*/ 278516 h 473575"/>
              <a:gd name="connsiteX40" fmla="*/ 819769 w 983669"/>
              <a:gd name="connsiteY40" fmla="*/ 280729 h 473575"/>
              <a:gd name="connsiteX41" fmla="*/ 904290 w 983669"/>
              <a:gd name="connsiteY41" fmla="*/ 342178 h 473575"/>
              <a:gd name="connsiteX42" fmla="*/ 920578 w 983669"/>
              <a:gd name="connsiteY42" fmla="*/ 400572 h 473575"/>
              <a:gd name="connsiteX43" fmla="*/ 918483 w 983669"/>
              <a:gd name="connsiteY43" fmla="*/ 429154 h 473575"/>
              <a:gd name="connsiteX44" fmla="*/ 932619 w 983669"/>
              <a:gd name="connsiteY44" fmla="*/ 434773 h 473575"/>
              <a:gd name="connsiteX45" fmla="*/ 971198 w 983669"/>
              <a:gd name="connsiteY45" fmla="*/ 471531 h 47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83669" h="473575">
                <a:moveTo>
                  <a:pt x="971693" y="473575"/>
                </a:moveTo>
                <a:lnTo>
                  <a:pt x="976937" y="455738"/>
                </a:lnTo>
                <a:cubicBezTo>
                  <a:pt x="976937" y="437604"/>
                  <a:pt x="971585" y="420329"/>
                  <a:pt x="961906" y="404616"/>
                </a:cubicBezTo>
                <a:lnTo>
                  <a:pt x="952473" y="392682"/>
                </a:lnTo>
                <a:lnTo>
                  <a:pt x="968579" y="368976"/>
                </a:lnTo>
                <a:cubicBezTo>
                  <a:pt x="978341" y="350668"/>
                  <a:pt x="983669" y="330892"/>
                  <a:pt x="983669" y="310261"/>
                </a:cubicBezTo>
                <a:cubicBezTo>
                  <a:pt x="983669" y="274894"/>
                  <a:pt x="968012" y="242039"/>
                  <a:pt x="941197" y="214784"/>
                </a:cubicBezTo>
                <a:lnTo>
                  <a:pt x="931173" y="206442"/>
                </a:lnTo>
                <a:lnTo>
                  <a:pt x="933184" y="204770"/>
                </a:lnTo>
                <a:cubicBezTo>
                  <a:pt x="953807" y="183808"/>
                  <a:pt x="965849" y="158539"/>
                  <a:pt x="965849" y="131338"/>
                </a:cubicBezTo>
                <a:cubicBezTo>
                  <a:pt x="965849" y="58802"/>
                  <a:pt x="880215" y="0"/>
                  <a:pt x="774580" y="0"/>
                </a:cubicBezTo>
                <a:cubicBezTo>
                  <a:pt x="734967" y="0"/>
                  <a:pt x="698167" y="8269"/>
                  <a:pt x="667640" y="22431"/>
                </a:cubicBezTo>
                <a:lnTo>
                  <a:pt x="646717" y="34285"/>
                </a:lnTo>
                <a:lnTo>
                  <a:pt x="633780" y="29463"/>
                </a:lnTo>
                <a:cubicBezTo>
                  <a:pt x="604027" y="20821"/>
                  <a:pt x="571316" y="16043"/>
                  <a:pt x="536979" y="16043"/>
                </a:cubicBezTo>
                <a:cubicBezTo>
                  <a:pt x="515519" y="16043"/>
                  <a:pt x="494693" y="17910"/>
                  <a:pt x="474828" y="21419"/>
                </a:cubicBezTo>
                <a:lnTo>
                  <a:pt x="424040" y="35140"/>
                </a:lnTo>
                <a:lnTo>
                  <a:pt x="399566" y="33446"/>
                </a:lnTo>
                <a:cubicBezTo>
                  <a:pt x="333545" y="33446"/>
                  <a:pt x="275336" y="56416"/>
                  <a:pt x="240964" y="91352"/>
                </a:cubicBezTo>
                <a:lnTo>
                  <a:pt x="239428" y="93294"/>
                </a:lnTo>
                <a:lnTo>
                  <a:pt x="223345" y="92181"/>
                </a:lnTo>
                <a:cubicBezTo>
                  <a:pt x="99995" y="92181"/>
                  <a:pt x="0" y="160844"/>
                  <a:pt x="0" y="245544"/>
                </a:cubicBezTo>
                <a:lnTo>
                  <a:pt x="3270" y="263369"/>
                </a:lnTo>
                <a:lnTo>
                  <a:pt x="29250" y="229321"/>
                </a:lnTo>
                <a:cubicBezTo>
                  <a:pt x="40519" y="218651"/>
                  <a:pt x="53763" y="209516"/>
                  <a:pt x="68608" y="202488"/>
                </a:cubicBezTo>
                <a:cubicBezTo>
                  <a:pt x="77090" y="198472"/>
                  <a:pt x="86095" y="195143"/>
                  <a:pt x="95552" y="192609"/>
                </a:cubicBezTo>
                <a:cubicBezTo>
                  <a:pt x="123926" y="185007"/>
                  <a:pt x="152345" y="185631"/>
                  <a:pt x="177738" y="192938"/>
                </a:cubicBezTo>
                <a:lnTo>
                  <a:pt x="179826" y="193754"/>
                </a:lnTo>
                <a:lnTo>
                  <a:pt x="186813" y="185023"/>
                </a:lnTo>
                <a:cubicBezTo>
                  <a:pt x="210655" y="160287"/>
                  <a:pt x="242250" y="141108"/>
                  <a:pt x="279141" y="131223"/>
                </a:cubicBezTo>
                <a:cubicBezTo>
                  <a:pt x="300661" y="125457"/>
                  <a:pt x="322201" y="123331"/>
                  <a:pt x="342969" y="124446"/>
                </a:cubicBezTo>
                <a:lnTo>
                  <a:pt x="370451" y="128102"/>
                </a:lnTo>
                <a:lnTo>
                  <a:pt x="381286" y="118745"/>
                </a:lnTo>
                <a:cubicBezTo>
                  <a:pt x="396021" y="108174"/>
                  <a:pt x="413125" y="99928"/>
                  <a:pt x="432042" y="94861"/>
                </a:cubicBezTo>
                <a:cubicBezTo>
                  <a:pt x="488788" y="79655"/>
                  <a:pt x="545717" y="97360"/>
                  <a:pt x="578257" y="135613"/>
                </a:cubicBezTo>
                <a:lnTo>
                  <a:pt x="593936" y="165397"/>
                </a:lnTo>
                <a:lnTo>
                  <a:pt x="602800" y="161066"/>
                </a:lnTo>
                <a:cubicBezTo>
                  <a:pt x="684404" y="128093"/>
                  <a:pt x="767661" y="141170"/>
                  <a:pt x="799396" y="196136"/>
                </a:cubicBezTo>
                <a:cubicBezTo>
                  <a:pt x="812996" y="219692"/>
                  <a:pt x="815202" y="247598"/>
                  <a:pt x="807822" y="276063"/>
                </a:cubicBezTo>
                <a:lnTo>
                  <a:pt x="806917" y="278516"/>
                </a:lnTo>
                <a:lnTo>
                  <a:pt x="819769" y="280729"/>
                </a:lnTo>
                <a:cubicBezTo>
                  <a:pt x="856619" y="290924"/>
                  <a:pt x="886606" y="311549"/>
                  <a:pt x="904290" y="342178"/>
                </a:cubicBezTo>
                <a:cubicBezTo>
                  <a:pt x="914605" y="360045"/>
                  <a:pt x="919880" y="379835"/>
                  <a:pt x="920578" y="400572"/>
                </a:cubicBezTo>
                <a:lnTo>
                  <a:pt x="918483" y="429154"/>
                </a:lnTo>
                <a:lnTo>
                  <a:pt x="932619" y="434773"/>
                </a:lnTo>
                <a:cubicBezTo>
                  <a:pt x="948858" y="443541"/>
                  <a:pt x="962131" y="455826"/>
                  <a:pt x="971198" y="471531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flipV="1">
            <a:off x="7941084" y="1924669"/>
            <a:ext cx="551805" cy="269554"/>
          </a:xfrm>
          <a:custGeom>
            <a:avLst/>
            <a:gdLst>
              <a:gd name="connsiteX0" fmla="*/ 543942 w 551805"/>
              <a:gd name="connsiteY0" fmla="*/ 269554 h 269554"/>
              <a:gd name="connsiteX1" fmla="*/ 548029 w 551805"/>
              <a:gd name="connsiteY1" fmla="*/ 255654 h 269554"/>
              <a:gd name="connsiteX2" fmla="*/ 539597 w 551805"/>
              <a:gd name="connsiteY2" fmla="*/ 226976 h 269554"/>
              <a:gd name="connsiteX3" fmla="*/ 534305 w 551805"/>
              <a:gd name="connsiteY3" fmla="*/ 220281 h 269554"/>
              <a:gd name="connsiteX4" fmla="*/ 543340 w 551805"/>
              <a:gd name="connsiteY4" fmla="*/ 206983 h 269554"/>
              <a:gd name="connsiteX5" fmla="*/ 551805 w 551805"/>
              <a:gd name="connsiteY5" fmla="*/ 174046 h 269554"/>
              <a:gd name="connsiteX6" fmla="*/ 527980 w 551805"/>
              <a:gd name="connsiteY6" fmla="*/ 120487 h 269554"/>
              <a:gd name="connsiteX7" fmla="*/ 522357 w 551805"/>
              <a:gd name="connsiteY7" fmla="*/ 115807 h 269554"/>
              <a:gd name="connsiteX8" fmla="*/ 523484 w 551805"/>
              <a:gd name="connsiteY8" fmla="*/ 114869 h 269554"/>
              <a:gd name="connsiteX9" fmla="*/ 541809 w 551805"/>
              <a:gd name="connsiteY9" fmla="*/ 73676 h 269554"/>
              <a:gd name="connsiteX10" fmla="*/ 434513 w 551805"/>
              <a:gd name="connsiteY10" fmla="*/ 0 h 269554"/>
              <a:gd name="connsiteX11" fmla="*/ 374523 w 551805"/>
              <a:gd name="connsiteY11" fmla="*/ 12583 h 269554"/>
              <a:gd name="connsiteX12" fmla="*/ 362786 w 551805"/>
              <a:gd name="connsiteY12" fmla="*/ 19232 h 269554"/>
              <a:gd name="connsiteX13" fmla="*/ 355529 w 551805"/>
              <a:gd name="connsiteY13" fmla="*/ 16528 h 269554"/>
              <a:gd name="connsiteX14" fmla="*/ 301227 w 551805"/>
              <a:gd name="connsiteY14" fmla="*/ 9000 h 269554"/>
              <a:gd name="connsiteX15" fmla="*/ 266363 w 551805"/>
              <a:gd name="connsiteY15" fmla="*/ 12015 h 269554"/>
              <a:gd name="connsiteX16" fmla="*/ 237872 w 551805"/>
              <a:gd name="connsiteY16" fmla="*/ 19713 h 269554"/>
              <a:gd name="connsiteX17" fmla="*/ 224143 w 551805"/>
              <a:gd name="connsiteY17" fmla="*/ 18762 h 269554"/>
              <a:gd name="connsiteX18" fmla="*/ 135172 w 551805"/>
              <a:gd name="connsiteY18" fmla="*/ 51245 h 269554"/>
              <a:gd name="connsiteX19" fmla="*/ 134311 w 551805"/>
              <a:gd name="connsiteY19" fmla="*/ 52335 h 269554"/>
              <a:gd name="connsiteX20" fmla="*/ 125289 w 551805"/>
              <a:gd name="connsiteY20" fmla="*/ 51710 h 269554"/>
              <a:gd name="connsiteX21" fmla="*/ 0 w 551805"/>
              <a:gd name="connsiteY21" fmla="*/ 137742 h 269554"/>
              <a:gd name="connsiteX22" fmla="*/ 15122 w 551805"/>
              <a:gd name="connsiteY22" fmla="*/ 178749 h 269554"/>
              <a:gd name="connsiteX23" fmla="*/ 16487 w 551805"/>
              <a:gd name="connsiteY23" fmla="*/ 179781 h 269554"/>
              <a:gd name="connsiteX24" fmla="*/ 19009 w 551805"/>
              <a:gd name="connsiteY24" fmla="*/ 171910 h 269554"/>
              <a:gd name="connsiteX25" fmla="*/ 56517 w 551805"/>
              <a:gd name="connsiteY25" fmla="*/ 136635 h 269554"/>
              <a:gd name="connsiteX26" fmla="*/ 71632 w 551805"/>
              <a:gd name="connsiteY26" fmla="*/ 131094 h 269554"/>
              <a:gd name="connsiteX27" fmla="*/ 117735 w 551805"/>
              <a:gd name="connsiteY27" fmla="*/ 131278 h 269554"/>
              <a:gd name="connsiteX28" fmla="*/ 118907 w 551805"/>
              <a:gd name="connsiteY28" fmla="*/ 131736 h 269554"/>
              <a:gd name="connsiteX29" fmla="*/ 122826 w 551805"/>
              <a:gd name="connsiteY29" fmla="*/ 126839 h 269554"/>
              <a:gd name="connsiteX30" fmla="*/ 174619 w 551805"/>
              <a:gd name="connsiteY30" fmla="*/ 96659 h 269554"/>
              <a:gd name="connsiteX31" fmla="*/ 210424 w 551805"/>
              <a:gd name="connsiteY31" fmla="*/ 92857 h 269554"/>
              <a:gd name="connsiteX32" fmla="*/ 225841 w 551805"/>
              <a:gd name="connsiteY32" fmla="*/ 94908 h 269554"/>
              <a:gd name="connsiteX33" fmla="*/ 231919 w 551805"/>
              <a:gd name="connsiteY33" fmla="*/ 89658 h 269554"/>
              <a:gd name="connsiteX34" fmla="*/ 260391 w 551805"/>
              <a:gd name="connsiteY34" fmla="*/ 76260 h 269554"/>
              <a:gd name="connsiteX35" fmla="*/ 342413 w 551805"/>
              <a:gd name="connsiteY35" fmla="*/ 99121 h 269554"/>
              <a:gd name="connsiteX36" fmla="*/ 351208 w 551805"/>
              <a:gd name="connsiteY36" fmla="*/ 115829 h 269554"/>
              <a:gd name="connsiteX37" fmla="*/ 356181 w 551805"/>
              <a:gd name="connsiteY37" fmla="*/ 113399 h 269554"/>
              <a:gd name="connsiteX38" fmla="*/ 466464 w 551805"/>
              <a:gd name="connsiteY38" fmla="*/ 133072 h 269554"/>
              <a:gd name="connsiteX39" fmla="*/ 471191 w 551805"/>
              <a:gd name="connsiteY39" fmla="*/ 177909 h 269554"/>
              <a:gd name="connsiteX40" fmla="*/ 470684 w 551805"/>
              <a:gd name="connsiteY40" fmla="*/ 179285 h 269554"/>
              <a:gd name="connsiteX41" fmla="*/ 477893 w 551805"/>
              <a:gd name="connsiteY41" fmla="*/ 180526 h 269554"/>
              <a:gd name="connsiteX42" fmla="*/ 525306 w 551805"/>
              <a:gd name="connsiteY42" fmla="*/ 214997 h 269554"/>
              <a:gd name="connsiteX43" fmla="*/ 534444 w 551805"/>
              <a:gd name="connsiteY43" fmla="*/ 247754 h 269554"/>
              <a:gd name="connsiteX44" fmla="*/ 533268 w 551805"/>
              <a:gd name="connsiteY44" fmla="*/ 263788 h 269554"/>
              <a:gd name="connsiteX45" fmla="*/ 541198 w 551805"/>
              <a:gd name="connsiteY45" fmla="*/ 266940 h 26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1805" h="269554">
                <a:moveTo>
                  <a:pt x="543942" y="269554"/>
                </a:moveTo>
                <a:lnTo>
                  <a:pt x="548029" y="255654"/>
                </a:lnTo>
                <a:cubicBezTo>
                  <a:pt x="548029" y="245481"/>
                  <a:pt x="545026" y="235790"/>
                  <a:pt x="539597" y="226976"/>
                </a:cubicBezTo>
                <a:lnTo>
                  <a:pt x="534305" y="220281"/>
                </a:lnTo>
                <a:lnTo>
                  <a:pt x="543340" y="206983"/>
                </a:lnTo>
                <a:cubicBezTo>
                  <a:pt x="548817" y="196713"/>
                  <a:pt x="551805" y="185619"/>
                  <a:pt x="551805" y="174046"/>
                </a:cubicBezTo>
                <a:cubicBezTo>
                  <a:pt x="551805" y="154206"/>
                  <a:pt x="543022" y="135775"/>
                  <a:pt x="527980" y="120487"/>
                </a:cubicBezTo>
                <a:lnTo>
                  <a:pt x="522357" y="115807"/>
                </a:lnTo>
                <a:lnTo>
                  <a:pt x="523484" y="114869"/>
                </a:lnTo>
                <a:cubicBezTo>
                  <a:pt x="535054" y="103110"/>
                  <a:pt x="541809" y="88935"/>
                  <a:pt x="541809" y="73676"/>
                </a:cubicBezTo>
                <a:cubicBezTo>
                  <a:pt x="541809" y="32986"/>
                  <a:pt x="493771" y="0"/>
                  <a:pt x="434513" y="0"/>
                </a:cubicBezTo>
                <a:cubicBezTo>
                  <a:pt x="412292" y="0"/>
                  <a:pt x="391648" y="4639"/>
                  <a:pt x="374523" y="12583"/>
                </a:cubicBezTo>
                <a:lnTo>
                  <a:pt x="362786" y="19232"/>
                </a:lnTo>
                <a:lnTo>
                  <a:pt x="355529" y="16528"/>
                </a:lnTo>
                <a:cubicBezTo>
                  <a:pt x="338839" y="11680"/>
                  <a:pt x="320489" y="9000"/>
                  <a:pt x="301227" y="9000"/>
                </a:cubicBezTo>
                <a:cubicBezTo>
                  <a:pt x="289189" y="9000"/>
                  <a:pt x="277506" y="10047"/>
                  <a:pt x="266363" y="12015"/>
                </a:cubicBezTo>
                <a:lnTo>
                  <a:pt x="237872" y="19713"/>
                </a:lnTo>
                <a:lnTo>
                  <a:pt x="224143" y="18762"/>
                </a:lnTo>
                <a:cubicBezTo>
                  <a:pt x="187108" y="18762"/>
                  <a:pt x="154454" y="31647"/>
                  <a:pt x="135172" y="51245"/>
                </a:cubicBezTo>
                <a:lnTo>
                  <a:pt x="134311" y="52335"/>
                </a:lnTo>
                <a:lnTo>
                  <a:pt x="125289" y="51710"/>
                </a:lnTo>
                <a:cubicBezTo>
                  <a:pt x="56094" y="51710"/>
                  <a:pt x="0" y="90228"/>
                  <a:pt x="0" y="137742"/>
                </a:cubicBezTo>
                <a:cubicBezTo>
                  <a:pt x="0" y="152590"/>
                  <a:pt x="5478" y="166559"/>
                  <a:pt x="15122" y="178749"/>
                </a:cubicBezTo>
                <a:lnTo>
                  <a:pt x="16487" y="179781"/>
                </a:lnTo>
                <a:lnTo>
                  <a:pt x="19009" y="171910"/>
                </a:lnTo>
                <a:cubicBezTo>
                  <a:pt x="26800" y="157132"/>
                  <a:pt x="39863" y="144521"/>
                  <a:pt x="56517" y="136635"/>
                </a:cubicBezTo>
                <a:cubicBezTo>
                  <a:pt x="61275" y="134383"/>
                  <a:pt x="66327" y="132516"/>
                  <a:pt x="71632" y="131094"/>
                </a:cubicBezTo>
                <a:cubicBezTo>
                  <a:pt x="87549" y="126829"/>
                  <a:pt x="103491" y="127179"/>
                  <a:pt x="117735" y="131278"/>
                </a:cubicBezTo>
                <a:lnTo>
                  <a:pt x="118907" y="131736"/>
                </a:lnTo>
                <a:lnTo>
                  <a:pt x="122826" y="126839"/>
                </a:lnTo>
                <a:cubicBezTo>
                  <a:pt x="136201" y="112962"/>
                  <a:pt x="153924" y="102204"/>
                  <a:pt x="174619" y="96659"/>
                </a:cubicBezTo>
                <a:cubicBezTo>
                  <a:pt x="186691" y="93424"/>
                  <a:pt x="198775" y="92231"/>
                  <a:pt x="210424" y="92857"/>
                </a:cubicBezTo>
                <a:lnTo>
                  <a:pt x="225841" y="94908"/>
                </a:lnTo>
                <a:lnTo>
                  <a:pt x="231919" y="89658"/>
                </a:lnTo>
                <a:cubicBezTo>
                  <a:pt x="240185" y="83729"/>
                  <a:pt x="249780" y="79103"/>
                  <a:pt x="260391" y="76260"/>
                </a:cubicBezTo>
                <a:cubicBezTo>
                  <a:pt x="292224" y="67730"/>
                  <a:pt x="324159" y="77663"/>
                  <a:pt x="342413" y="99121"/>
                </a:cubicBezTo>
                <a:lnTo>
                  <a:pt x="351208" y="115829"/>
                </a:lnTo>
                <a:lnTo>
                  <a:pt x="356181" y="113399"/>
                </a:lnTo>
                <a:cubicBezTo>
                  <a:pt x="401958" y="94903"/>
                  <a:pt x="448662" y="102239"/>
                  <a:pt x="466464" y="133072"/>
                </a:cubicBezTo>
                <a:cubicBezTo>
                  <a:pt x="474093" y="146287"/>
                  <a:pt x="475331" y="161941"/>
                  <a:pt x="471191" y="177909"/>
                </a:cubicBezTo>
                <a:lnTo>
                  <a:pt x="470684" y="179285"/>
                </a:lnTo>
                <a:lnTo>
                  <a:pt x="477893" y="180526"/>
                </a:lnTo>
                <a:cubicBezTo>
                  <a:pt x="498564" y="186245"/>
                  <a:pt x="515386" y="197815"/>
                  <a:pt x="525306" y="214997"/>
                </a:cubicBezTo>
                <a:cubicBezTo>
                  <a:pt x="531093" y="225020"/>
                  <a:pt x="534052" y="236122"/>
                  <a:pt x="534444" y="247754"/>
                </a:cubicBezTo>
                <a:lnTo>
                  <a:pt x="533268" y="263788"/>
                </a:lnTo>
                <a:lnTo>
                  <a:pt x="541198" y="26694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05" y="2869213"/>
            <a:ext cx="147536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20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56990" y="2197100"/>
            <a:ext cx="1666240" cy="1666240"/>
          </a:xfrm>
          <a:prstGeom prst="rect">
            <a:avLst/>
          </a:prstGeom>
          <a:solidFill>
            <a:srgbClr val="22B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rot="1800000">
            <a:off x="4013366" y="2325901"/>
            <a:ext cx="381901" cy="473248"/>
          </a:xfrm>
          <a:custGeom>
            <a:avLst/>
            <a:gdLst>
              <a:gd name="connsiteX0" fmla="*/ 154105 w 381901"/>
              <a:gd name="connsiteY0" fmla="*/ 0 h 473248"/>
              <a:gd name="connsiteX1" fmla="*/ 253892 w 381901"/>
              <a:gd name="connsiteY1" fmla="*/ 302930 h 473248"/>
              <a:gd name="connsiteX2" fmla="*/ 255101 w 381901"/>
              <a:gd name="connsiteY2" fmla="*/ 304909 h 473248"/>
              <a:gd name="connsiteX3" fmla="*/ 256159 w 381901"/>
              <a:gd name="connsiteY3" fmla="*/ 293906 h 473248"/>
              <a:gd name="connsiteX4" fmla="*/ 380706 w 381901"/>
              <a:gd name="connsiteY4" fmla="*/ 30699 h 473248"/>
              <a:gd name="connsiteX5" fmla="*/ 318314 w 381901"/>
              <a:gd name="connsiteY5" fmla="*/ 345187 h 473248"/>
              <a:gd name="connsiteX6" fmla="*/ 331599 w 381901"/>
              <a:gd name="connsiteY6" fmla="*/ 382913 h 473248"/>
              <a:gd name="connsiteX7" fmla="*/ 335434 w 381901"/>
              <a:gd name="connsiteY7" fmla="*/ 382314 h 473248"/>
              <a:gd name="connsiteX8" fmla="*/ 332892 w 381901"/>
              <a:gd name="connsiteY8" fmla="*/ 386269 h 473248"/>
              <a:gd name="connsiteX9" fmla="*/ 350871 w 381901"/>
              <a:gd name="connsiteY9" fmla="*/ 408612 h 473248"/>
              <a:gd name="connsiteX10" fmla="*/ 381901 w 381901"/>
              <a:gd name="connsiteY10" fmla="*/ 424042 h 473248"/>
              <a:gd name="connsiteX11" fmla="*/ 285268 w 381901"/>
              <a:gd name="connsiteY11" fmla="*/ 472613 h 473248"/>
              <a:gd name="connsiteX12" fmla="*/ 281162 w 381901"/>
              <a:gd name="connsiteY12" fmla="*/ 466761 h 473248"/>
              <a:gd name="connsiteX13" fmla="*/ 276993 w 381901"/>
              <a:gd name="connsiteY13" fmla="*/ 473248 h 473248"/>
              <a:gd name="connsiteX14" fmla="*/ 0 w 381901"/>
              <a:gd name="connsiteY14" fmla="*/ 171625 h 473248"/>
              <a:gd name="connsiteX15" fmla="*/ 189947 w 381901"/>
              <a:gd name="connsiteY15" fmla="*/ 356402 h 473248"/>
              <a:gd name="connsiteX16" fmla="*/ 222640 w 381901"/>
              <a:gd name="connsiteY16" fmla="*/ 373961 h 473248"/>
              <a:gd name="connsiteX17" fmla="*/ 205870 w 381901"/>
              <a:gd name="connsiteY17" fmla="*/ 338754 h 473248"/>
              <a:gd name="connsiteX18" fmla="*/ 154105 w 381901"/>
              <a:gd name="connsiteY18" fmla="*/ 0 h 47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901" h="473248">
                <a:moveTo>
                  <a:pt x="154105" y="0"/>
                </a:moveTo>
                <a:cubicBezTo>
                  <a:pt x="190067" y="81450"/>
                  <a:pt x="206855" y="207792"/>
                  <a:pt x="253892" y="302930"/>
                </a:cubicBezTo>
                <a:lnTo>
                  <a:pt x="255101" y="304909"/>
                </a:lnTo>
                <a:lnTo>
                  <a:pt x="256159" y="293906"/>
                </a:lnTo>
                <a:cubicBezTo>
                  <a:pt x="278345" y="185886"/>
                  <a:pt x="359399" y="128578"/>
                  <a:pt x="380706" y="30699"/>
                </a:cubicBezTo>
                <a:cubicBezTo>
                  <a:pt x="368970" y="120099"/>
                  <a:pt x="298631" y="245737"/>
                  <a:pt x="318314" y="345187"/>
                </a:cubicBezTo>
                <a:lnTo>
                  <a:pt x="331599" y="382913"/>
                </a:lnTo>
                <a:lnTo>
                  <a:pt x="335434" y="382314"/>
                </a:lnTo>
                <a:lnTo>
                  <a:pt x="332892" y="386269"/>
                </a:lnTo>
                <a:lnTo>
                  <a:pt x="350871" y="408612"/>
                </a:lnTo>
                <a:lnTo>
                  <a:pt x="381901" y="424042"/>
                </a:lnTo>
                <a:lnTo>
                  <a:pt x="285268" y="472613"/>
                </a:lnTo>
                <a:lnTo>
                  <a:pt x="281162" y="466761"/>
                </a:lnTo>
                <a:lnTo>
                  <a:pt x="276993" y="473248"/>
                </a:lnTo>
                <a:cubicBezTo>
                  <a:pt x="81719" y="407064"/>
                  <a:pt x="98579" y="261345"/>
                  <a:pt x="0" y="171625"/>
                </a:cubicBezTo>
                <a:cubicBezTo>
                  <a:pt x="58280" y="216336"/>
                  <a:pt x="117903" y="306916"/>
                  <a:pt x="189947" y="356402"/>
                </a:cubicBezTo>
                <a:lnTo>
                  <a:pt x="222640" y="373961"/>
                </a:lnTo>
                <a:lnTo>
                  <a:pt x="205870" y="338754"/>
                </a:lnTo>
                <a:cubicBezTo>
                  <a:pt x="159573" y="214194"/>
                  <a:pt x="195012" y="113468"/>
                  <a:pt x="154105" y="0"/>
                </a:cubicBezTo>
                <a:close/>
              </a:path>
            </a:pathLst>
          </a:custGeom>
          <a:solidFill>
            <a:srgbClr val="A7F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9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3"/>
          <p:cNvSpPr/>
          <p:nvPr/>
        </p:nvSpPr>
        <p:spPr>
          <a:xfrm>
            <a:off x="3276600" y="1717675"/>
            <a:ext cx="996950" cy="1993900"/>
          </a:xfrm>
          <a:custGeom>
            <a:avLst/>
            <a:gdLst>
              <a:gd name="connsiteX0" fmla="*/ 0 w 996950"/>
              <a:gd name="connsiteY0" fmla="*/ 0 h 1993900"/>
              <a:gd name="connsiteX1" fmla="*/ 996950 w 996950"/>
              <a:gd name="connsiteY1" fmla="*/ 0 h 1993900"/>
              <a:gd name="connsiteX2" fmla="*/ 996950 w 996950"/>
              <a:gd name="connsiteY2" fmla="*/ 996950 h 1993900"/>
              <a:gd name="connsiteX3" fmla="*/ 996950 w 996950"/>
              <a:gd name="connsiteY3" fmla="*/ 1993900 h 1993900"/>
              <a:gd name="connsiteX4" fmla="*/ 0 w 996950"/>
              <a:gd name="connsiteY4" fmla="*/ 1993900 h 1993900"/>
              <a:gd name="connsiteX5" fmla="*/ 0 w 996950"/>
              <a:gd name="connsiteY5" fmla="*/ 996950 h 199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6950" h="1993900">
                <a:moveTo>
                  <a:pt x="0" y="0"/>
                </a:moveTo>
                <a:lnTo>
                  <a:pt x="996950" y="0"/>
                </a:lnTo>
                <a:lnTo>
                  <a:pt x="996950" y="996950"/>
                </a:lnTo>
                <a:lnTo>
                  <a:pt x="996950" y="1993900"/>
                </a:lnTo>
                <a:lnTo>
                  <a:pt x="0" y="1993900"/>
                </a:lnTo>
                <a:lnTo>
                  <a:pt x="0" y="996950"/>
                </a:lnTo>
                <a:close/>
              </a:path>
            </a:pathLst>
          </a:custGeom>
          <a:solidFill>
            <a:srgbClr val="BEE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63600" y="2216150"/>
            <a:ext cx="996950" cy="99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2" descr="Vibrant Vector Color Palette 2209590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617" y="1600118"/>
            <a:ext cx="631969" cy="379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/>
          <p:cNvSpPr/>
          <p:nvPr/>
        </p:nvSpPr>
        <p:spPr>
          <a:xfrm flipV="1">
            <a:off x="3276600" y="1845152"/>
            <a:ext cx="996950" cy="45719"/>
          </a:xfrm>
          <a:prstGeom prst="rect">
            <a:avLst/>
          </a:pr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276600" y="1717676"/>
            <a:ext cx="996950" cy="144144"/>
          </a:xfrm>
          <a:prstGeom prst="rect">
            <a:avLst/>
          </a:prstGeom>
          <a:solidFill>
            <a:srgbClr val="01B4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276600" y="1717675"/>
            <a:ext cx="996950" cy="73025"/>
          </a:xfrm>
          <a:prstGeom prst="rect">
            <a:avLst/>
          </a:prstGeom>
          <a:solidFill>
            <a:srgbClr val="35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276600" y="1816100"/>
            <a:ext cx="996950" cy="45719"/>
          </a:xfrm>
          <a:prstGeom prst="rect">
            <a:avLst/>
          </a:prstGeom>
          <a:solidFill>
            <a:srgbClr val="35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276600" y="3666574"/>
            <a:ext cx="996950" cy="45719"/>
          </a:xfrm>
          <a:prstGeom prst="rect">
            <a:avLst/>
          </a:prstGeom>
          <a:solidFill>
            <a:srgbClr val="35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276600" y="3604894"/>
            <a:ext cx="996950" cy="68581"/>
          </a:xfrm>
          <a:prstGeom prst="rect">
            <a:avLst/>
          </a:prstGeom>
          <a:solidFill>
            <a:srgbClr val="01B4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36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943" y="992537"/>
            <a:ext cx="4433662" cy="44336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084943" y="996083"/>
            <a:ext cx="4433662" cy="4430116"/>
          </a:xfrm>
          <a:prstGeom prst="rect">
            <a:avLst/>
          </a:prstGeom>
          <a:pattFill prst="dkVert">
            <a:fgClr>
              <a:srgbClr val="FF7F50"/>
            </a:fgClr>
            <a:bgClr>
              <a:srgbClr val="FFC4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19466" y="1426981"/>
            <a:ext cx="3566884" cy="3913290"/>
          </a:xfrm>
          <a:prstGeom prst="rect">
            <a:avLst/>
          </a:prstGeom>
          <a:gradFill flip="none" rotWithShape="1">
            <a:gsLst>
              <a:gs pos="0">
                <a:srgbClr val="FFFC9B"/>
              </a:gs>
              <a:gs pos="75000">
                <a:srgbClr val="FFC48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13782" y="990763"/>
            <a:ext cx="3778252" cy="78266"/>
          </a:xfrm>
          <a:prstGeom prst="rect">
            <a:avLst/>
          </a:prstGeom>
          <a:pattFill prst="wdDnDiag">
            <a:fgClr>
              <a:srgbClr val="FFFC9B"/>
            </a:fgClr>
            <a:bgClr>
              <a:srgbClr val="FFC4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84943" y="5267325"/>
            <a:ext cx="4433662" cy="163832"/>
          </a:xfrm>
          <a:prstGeom prst="rect">
            <a:avLst/>
          </a:prstGeom>
          <a:pattFill prst="wdDnDiag">
            <a:fgClr>
              <a:srgbClr val="FFFC9B"/>
            </a:fgClr>
            <a:bgClr>
              <a:srgbClr val="FFC4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06966" y="1422023"/>
            <a:ext cx="3991884" cy="76200"/>
          </a:xfrm>
          <a:prstGeom prst="rect">
            <a:avLst/>
          </a:prstGeom>
          <a:solidFill>
            <a:srgbClr val="FF7F50"/>
          </a:solidFill>
          <a:ln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087211" y="994309"/>
            <a:ext cx="398689" cy="4431890"/>
          </a:xfrm>
          <a:prstGeom prst="rect">
            <a:avLst/>
          </a:prstGeom>
          <a:pattFill prst="wdDnDiag">
            <a:fgClr>
              <a:srgbClr val="FFFC9B"/>
            </a:fgClr>
            <a:bgClr>
              <a:srgbClr val="FFC4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119916" y="994309"/>
            <a:ext cx="398689" cy="4431890"/>
          </a:xfrm>
          <a:prstGeom prst="rect">
            <a:avLst/>
          </a:prstGeom>
          <a:pattFill prst="wdDnDiag">
            <a:fgClr>
              <a:srgbClr val="FFFC9B"/>
            </a:fgClr>
            <a:bgClr>
              <a:srgbClr val="FFC4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1519465" y="1501769"/>
            <a:ext cx="3567129" cy="3760598"/>
          </a:xfrm>
          <a:custGeom>
            <a:avLst/>
            <a:gdLst>
              <a:gd name="connsiteX0" fmla="*/ 1621443 w 3567129"/>
              <a:gd name="connsiteY0" fmla="*/ 3417409 h 3760598"/>
              <a:gd name="connsiteX1" fmla="*/ 1721908 w 3567129"/>
              <a:gd name="connsiteY1" fmla="*/ 3487657 h 3760598"/>
              <a:gd name="connsiteX2" fmla="*/ 1730120 w 3567129"/>
              <a:gd name="connsiteY2" fmla="*/ 3530560 h 3760598"/>
              <a:gd name="connsiteX3" fmla="*/ 1728357 w 3567129"/>
              <a:gd name="connsiteY3" fmla="*/ 3530560 h 3760598"/>
              <a:gd name="connsiteX4" fmla="*/ 1946425 w 3567129"/>
              <a:gd name="connsiteY4" fmla="*/ 3760597 h 3760598"/>
              <a:gd name="connsiteX5" fmla="*/ 2147356 w 3567129"/>
              <a:gd name="connsiteY5" fmla="*/ 3620101 h 3760598"/>
              <a:gd name="connsiteX6" fmla="*/ 2163333 w 3567129"/>
              <a:gd name="connsiteY6" fmla="*/ 3536619 h 3760598"/>
              <a:gd name="connsiteX7" fmla="*/ 2166847 w 3567129"/>
              <a:gd name="connsiteY7" fmla="*/ 3536619 h 3760598"/>
              <a:gd name="connsiteX8" fmla="*/ 2275881 w 3567129"/>
              <a:gd name="connsiteY8" fmla="*/ 3421601 h 3760598"/>
              <a:gd name="connsiteX9" fmla="*/ 2376346 w 3567129"/>
              <a:gd name="connsiteY9" fmla="*/ 3491849 h 3760598"/>
              <a:gd name="connsiteX10" fmla="*/ 2377965 w 3567129"/>
              <a:gd name="connsiteY10" fmla="*/ 3500304 h 3760598"/>
              <a:gd name="connsiteX11" fmla="*/ 2379583 w 3567129"/>
              <a:gd name="connsiteY11" fmla="*/ 3491849 h 3760598"/>
              <a:gd name="connsiteX12" fmla="*/ 2480048 w 3567129"/>
              <a:gd name="connsiteY12" fmla="*/ 3421601 h 3760598"/>
              <a:gd name="connsiteX13" fmla="*/ 2589082 w 3567129"/>
              <a:gd name="connsiteY13" fmla="*/ 3536619 h 3760598"/>
              <a:gd name="connsiteX14" fmla="*/ 2592596 w 3567129"/>
              <a:gd name="connsiteY14" fmla="*/ 3536619 h 3760598"/>
              <a:gd name="connsiteX15" fmla="*/ 2608573 w 3567129"/>
              <a:gd name="connsiteY15" fmla="*/ 3620101 h 3760598"/>
              <a:gd name="connsiteX16" fmla="*/ 2809504 w 3567129"/>
              <a:gd name="connsiteY16" fmla="*/ 3760597 h 3760598"/>
              <a:gd name="connsiteX17" fmla="*/ 3027572 w 3567129"/>
              <a:gd name="connsiteY17" fmla="*/ 3530560 h 3760598"/>
              <a:gd name="connsiteX18" fmla="*/ 3025809 w 3567129"/>
              <a:gd name="connsiteY18" fmla="*/ 3530560 h 3760598"/>
              <a:gd name="connsiteX19" fmla="*/ 3034021 w 3567129"/>
              <a:gd name="connsiteY19" fmla="*/ 3487657 h 3760598"/>
              <a:gd name="connsiteX20" fmla="*/ 3134486 w 3567129"/>
              <a:gd name="connsiteY20" fmla="*/ 3417409 h 3760598"/>
              <a:gd name="connsiteX21" fmla="*/ 3243520 w 3567129"/>
              <a:gd name="connsiteY21" fmla="*/ 3532427 h 3760598"/>
              <a:gd name="connsiteX22" fmla="*/ 3247034 w 3567129"/>
              <a:gd name="connsiteY22" fmla="*/ 3532427 h 3760598"/>
              <a:gd name="connsiteX23" fmla="*/ 3263011 w 3567129"/>
              <a:gd name="connsiteY23" fmla="*/ 3615909 h 3760598"/>
              <a:gd name="connsiteX24" fmla="*/ 3463942 w 3567129"/>
              <a:gd name="connsiteY24" fmla="*/ 3756405 h 3760598"/>
              <a:gd name="connsiteX25" fmla="*/ 3548824 w 3567129"/>
              <a:gd name="connsiteY25" fmla="*/ 3738327 h 3760598"/>
              <a:gd name="connsiteX26" fmla="*/ 3566154 w 3567129"/>
              <a:gd name="connsiteY26" fmla="*/ 3726002 h 3760598"/>
              <a:gd name="connsiteX27" fmla="*/ 3566154 w 3567129"/>
              <a:gd name="connsiteY27" fmla="*/ 3760598 h 3760598"/>
              <a:gd name="connsiteX28" fmla="*/ 2378086 w 3567129"/>
              <a:gd name="connsiteY28" fmla="*/ 3760598 h 3760598"/>
              <a:gd name="connsiteX29" fmla="*/ 2377843 w 3567129"/>
              <a:gd name="connsiteY29" fmla="*/ 3760598 h 3760598"/>
              <a:gd name="connsiteX30" fmla="*/ 1189775 w 3567129"/>
              <a:gd name="connsiteY30" fmla="*/ 3760598 h 3760598"/>
              <a:gd name="connsiteX31" fmla="*/ 1189775 w 3567129"/>
              <a:gd name="connsiteY31" fmla="*/ 3726002 h 3760598"/>
              <a:gd name="connsiteX32" fmla="*/ 1207105 w 3567129"/>
              <a:gd name="connsiteY32" fmla="*/ 3738327 h 3760598"/>
              <a:gd name="connsiteX33" fmla="*/ 1291987 w 3567129"/>
              <a:gd name="connsiteY33" fmla="*/ 3756405 h 3760598"/>
              <a:gd name="connsiteX34" fmla="*/ 1492918 w 3567129"/>
              <a:gd name="connsiteY34" fmla="*/ 3615909 h 3760598"/>
              <a:gd name="connsiteX35" fmla="*/ 1508895 w 3567129"/>
              <a:gd name="connsiteY35" fmla="*/ 3532427 h 3760598"/>
              <a:gd name="connsiteX36" fmla="*/ 1512409 w 3567129"/>
              <a:gd name="connsiteY36" fmla="*/ 3532427 h 3760598"/>
              <a:gd name="connsiteX37" fmla="*/ 1621443 w 3567129"/>
              <a:gd name="connsiteY37" fmla="*/ 3417409 h 3760598"/>
              <a:gd name="connsiteX38" fmla="*/ 756643 w 3567129"/>
              <a:gd name="connsiteY38" fmla="*/ 3417409 h 3760598"/>
              <a:gd name="connsiteX39" fmla="*/ 865677 w 3567129"/>
              <a:gd name="connsiteY39" fmla="*/ 3532427 h 3760598"/>
              <a:gd name="connsiteX40" fmla="*/ 869191 w 3567129"/>
              <a:gd name="connsiteY40" fmla="*/ 3532427 h 3760598"/>
              <a:gd name="connsiteX41" fmla="*/ 885168 w 3567129"/>
              <a:gd name="connsiteY41" fmla="*/ 3615909 h 3760598"/>
              <a:gd name="connsiteX42" fmla="*/ 1086099 w 3567129"/>
              <a:gd name="connsiteY42" fmla="*/ 3756405 h 3760598"/>
              <a:gd name="connsiteX43" fmla="*/ 1170981 w 3567129"/>
              <a:gd name="connsiteY43" fmla="*/ 3738327 h 3760598"/>
              <a:gd name="connsiteX44" fmla="*/ 1188311 w 3567129"/>
              <a:gd name="connsiteY44" fmla="*/ 3726002 h 3760598"/>
              <a:gd name="connsiteX45" fmla="*/ 1188311 w 3567129"/>
              <a:gd name="connsiteY45" fmla="*/ 3760598 h 3760598"/>
              <a:gd name="connsiteX46" fmla="*/ 0 w 3567129"/>
              <a:gd name="connsiteY46" fmla="*/ 3760598 h 3760598"/>
              <a:gd name="connsiteX47" fmla="*/ 0 w 3567129"/>
              <a:gd name="connsiteY47" fmla="*/ 3500938 h 3760598"/>
              <a:gd name="connsiteX48" fmla="*/ 1740 w 3567129"/>
              <a:gd name="connsiteY48" fmla="*/ 3491849 h 3760598"/>
              <a:gd name="connsiteX49" fmla="*/ 102205 w 3567129"/>
              <a:gd name="connsiteY49" fmla="*/ 3421601 h 3760598"/>
              <a:gd name="connsiteX50" fmla="*/ 211239 w 3567129"/>
              <a:gd name="connsiteY50" fmla="*/ 3536619 h 3760598"/>
              <a:gd name="connsiteX51" fmla="*/ 214753 w 3567129"/>
              <a:gd name="connsiteY51" fmla="*/ 3536619 h 3760598"/>
              <a:gd name="connsiteX52" fmla="*/ 230730 w 3567129"/>
              <a:gd name="connsiteY52" fmla="*/ 3620101 h 3760598"/>
              <a:gd name="connsiteX53" fmla="*/ 431661 w 3567129"/>
              <a:gd name="connsiteY53" fmla="*/ 3760597 h 3760598"/>
              <a:gd name="connsiteX54" fmla="*/ 649729 w 3567129"/>
              <a:gd name="connsiteY54" fmla="*/ 3530560 h 3760598"/>
              <a:gd name="connsiteX55" fmla="*/ 647966 w 3567129"/>
              <a:gd name="connsiteY55" fmla="*/ 3530560 h 3760598"/>
              <a:gd name="connsiteX56" fmla="*/ 656178 w 3567129"/>
              <a:gd name="connsiteY56" fmla="*/ 3487657 h 3760598"/>
              <a:gd name="connsiteX57" fmla="*/ 756643 w 3567129"/>
              <a:gd name="connsiteY57" fmla="*/ 3417409 h 3760598"/>
              <a:gd name="connsiteX58" fmla="*/ 1621442 w 3567129"/>
              <a:gd name="connsiteY58" fmla="*/ 3019746 h 3760598"/>
              <a:gd name="connsiteX59" fmla="*/ 1721907 w 3567129"/>
              <a:gd name="connsiteY59" fmla="*/ 3089994 h 3760598"/>
              <a:gd name="connsiteX60" fmla="*/ 1730119 w 3567129"/>
              <a:gd name="connsiteY60" fmla="*/ 3132898 h 3760598"/>
              <a:gd name="connsiteX61" fmla="*/ 1728356 w 3567129"/>
              <a:gd name="connsiteY61" fmla="*/ 3132898 h 3760598"/>
              <a:gd name="connsiteX62" fmla="*/ 1946424 w 3567129"/>
              <a:gd name="connsiteY62" fmla="*/ 3362935 h 3760598"/>
              <a:gd name="connsiteX63" fmla="*/ 2147355 w 3567129"/>
              <a:gd name="connsiteY63" fmla="*/ 3222439 h 3760598"/>
              <a:gd name="connsiteX64" fmla="*/ 2163332 w 3567129"/>
              <a:gd name="connsiteY64" fmla="*/ 3138957 h 3760598"/>
              <a:gd name="connsiteX65" fmla="*/ 2166846 w 3567129"/>
              <a:gd name="connsiteY65" fmla="*/ 3138957 h 3760598"/>
              <a:gd name="connsiteX66" fmla="*/ 2275880 w 3567129"/>
              <a:gd name="connsiteY66" fmla="*/ 3023939 h 3760598"/>
              <a:gd name="connsiteX67" fmla="*/ 2376345 w 3567129"/>
              <a:gd name="connsiteY67" fmla="*/ 3094187 h 3760598"/>
              <a:gd name="connsiteX68" fmla="*/ 2377965 w 3567129"/>
              <a:gd name="connsiteY68" fmla="*/ 3102646 h 3760598"/>
              <a:gd name="connsiteX69" fmla="*/ 2379584 w 3567129"/>
              <a:gd name="connsiteY69" fmla="*/ 3094187 h 3760598"/>
              <a:gd name="connsiteX70" fmla="*/ 2480049 w 3567129"/>
              <a:gd name="connsiteY70" fmla="*/ 3023939 h 3760598"/>
              <a:gd name="connsiteX71" fmla="*/ 2589083 w 3567129"/>
              <a:gd name="connsiteY71" fmla="*/ 3138957 h 3760598"/>
              <a:gd name="connsiteX72" fmla="*/ 2592597 w 3567129"/>
              <a:gd name="connsiteY72" fmla="*/ 3138957 h 3760598"/>
              <a:gd name="connsiteX73" fmla="*/ 2608574 w 3567129"/>
              <a:gd name="connsiteY73" fmla="*/ 3222439 h 3760598"/>
              <a:gd name="connsiteX74" fmla="*/ 2809505 w 3567129"/>
              <a:gd name="connsiteY74" fmla="*/ 3362935 h 3760598"/>
              <a:gd name="connsiteX75" fmla="*/ 3027573 w 3567129"/>
              <a:gd name="connsiteY75" fmla="*/ 3132898 h 3760598"/>
              <a:gd name="connsiteX76" fmla="*/ 3025810 w 3567129"/>
              <a:gd name="connsiteY76" fmla="*/ 3132898 h 3760598"/>
              <a:gd name="connsiteX77" fmla="*/ 3034022 w 3567129"/>
              <a:gd name="connsiteY77" fmla="*/ 3089994 h 3760598"/>
              <a:gd name="connsiteX78" fmla="*/ 3134487 w 3567129"/>
              <a:gd name="connsiteY78" fmla="*/ 3019746 h 3760598"/>
              <a:gd name="connsiteX79" fmla="*/ 3243521 w 3567129"/>
              <a:gd name="connsiteY79" fmla="*/ 3134765 h 3760598"/>
              <a:gd name="connsiteX80" fmla="*/ 3247035 w 3567129"/>
              <a:gd name="connsiteY80" fmla="*/ 3134765 h 3760598"/>
              <a:gd name="connsiteX81" fmla="*/ 3263012 w 3567129"/>
              <a:gd name="connsiteY81" fmla="*/ 3218246 h 3760598"/>
              <a:gd name="connsiteX82" fmla="*/ 3463943 w 3567129"/>
              <a:gd name="connsiteY82" fmla="*/ 3358742 h 3760598"/>
              <a:gd name="connsiteX83" fmla="*/ 3548825 w 3567129"/>
              <a:gd name="connsiteY83" fmla="*/ 3340665 h 3760598"/>
              <a:gd name="connsiteX84" fmla="*/ 3566154 w 3567129"/>
              <a:gd name="connsiteY84" fmla="*/ 3328341 h 3760598"/>
              <a:gd name="connsiteX85" fmla="*/ 3566154 w 3567129"/>
              <a:gd name="connsiteY85" fmla="*/ 3562008 h 3760598"/>
              <a:gd name="connsiteX86" fmla="*/ 3564407 w 3567129"/>
              <a:gd name="connsiteY86" fmla="*/ 3571138 h 3760598"/>
              <a:gd name="connsiteX87" fmla="*/ 3463941 w 3567129"/>
              <a:gd name="connsiteY87" fmla="*/ 3641387 h 3760598"/>
              <a:gd name="connsiteX88" fmla="*/ 3354907 w 3567129"/>
              <a:gd name="connsiteY88" fmla="*/ 3526368 h 3760598"/>
              <a:gd name="connsiteX89" fmla="*/ 3351395 w 3567129"/>
              <a:gd name="connsiteY89" fmla="*/ 3526368 h 3760598"/>
              <a:gd name="connsiteX90" fmla="*/ 3335418 w 3567129"/>
              <a:gd name="connsiteY90" fmla="*/ 3442886 h 3760598"/>
              <a:gd name="connsiteX91" fmla="*/ 3134487 w 3567129"/>
              <a:gd name="connsiteY91" fmla="*/ 3302390 h 3760598"/>
              <a:gd name="connsiteX92" fmla="*/ 2916419 w 3567129"/>
              <a:gd name="connsiteY92" fmla="*/ 3532427 h 3760598"/>
              <a:gd name="connsiteX93" fmla="*/ 2918180 w 3567129"/>
              <a:gd name="connsiteY93" fmla="*/ 3532427 h 3760598"/>
              <a:gd name="connsiteX94" fmla="*/ 2909968 w 3567129"/>
              <a:gd name="connsiteY94" fmla="*/ 3575331 h 3760598"/>
              <a:gd name="connsiteX95" fmla="*/ 2809503 w 3567129"/>
              <a:gd name="connsiteY95" fmla="*/ 3645579 h 3760598"/>
              <a:gd name="connsiteX96" fmla="*/ 2700469 w 3567129"/>
              <a:gd name="connsiteY96" fmla="*/ 3530560 h 3760598"/>
              <a:gd name="connsiteX97" fmla="*/ 2696957 w 3567129"/>
              <a:gd name="connsiteY97" fmla="*/ 3530560 h 3760598"/>
              <a:gd name="connsiteX98" fmla="*/ 2680980 w 3567129"/>
              <a:gd name="connsiteY98" fmla="*/ 3447079 h 3760598"/>
              <a:gd name="connsiteX99" fmla="*/ 2480049 w 3567129"/>
              <a:gd name="connsiteY99" fmla="*/ 3306583 h 3760598"/>
              <a:gd name="connsiteX100" fmla="*/ 2395167 w 3567129"/>
              <a:gd name="connsiteY100" fmla="*/ 3324660 h 3760598"/>
              <a:gd name="connsiteX101" fmla="*/ 2378086 w 3567129"/>
              <a:gd name="connsiteY101" fmla="*/ 3336808 h 3760598"/>
              <a:gd name="connsiteX102" fmla="*/ 2378086 w 3567129"/>
              <a:gd name="connsiteY102" fmla="*/ 3336981 h 3760598"/>
              <a:gd name="connsiteX103" fmla="*/ 2377965 w 3567129"/>
              <a:gd name="connsiteY103" fmla="*/ 3336895 h 3760598"/>
              <a:gd name="connsiteX104" fmla="*/ 2377843 w 3567129"/>
              <a:gd name="connsiteY104" fmla="*/ 3336981 h 3760598"/>
              <a:gd name="connsiteX105" fmla="*/ 2377843 w 3567129"/>
              <a:gd name="connsiteY105" fmla="*/ 3336808 h 3760598"/>
              <a:gd name="connsiteX106" fmla="*/ 2360762 w 3567129"/>
              <a:gd name="connsiteY106" fmla="*/ 3324660 h 3760598"/>
              <a:gd name="connsiteX107" fmla="*/ 2275880 w 3567129"/>
              <a:gd name="connsiteY107" fmla="*/ 3306583 h 3760598"/>
              <a:gd name="connsiteX108" fmla="*/ 2074949 w 3567129"/>
              <a:gd name="connsiteY108" fmla="*/ 3447079 h 3760598"/>
              <a:gd name="connsiteX109" fmla="*/ 2058972 w 3567129"/>
              <a:gd name="connsiteY109" fmla="*/ 3530560 h 3760598"/>
              <a:gd name="connsiteX110" fmla="*/ 2055460 w 3567129"/>
              <a:gd name="connsiteY110" fmla="*/ 3530560 h 3760598"/>
              <a:gd name="connsiteX111" fmla="*/ 1946426 w 3567129"/>
              <a:gd name="connsiteY111" fmla="*/ 3645579 h 3760598"/>
              <a:gd name="connsiteX112" fmla="*/ 1845961 w 3567129"/>
              <a:gd name="connsiteY112" fmla="*/ 3575331 h 3760598"/>
              <a:gd name="connsiteX113" fmla="*/ 1837749 w 3567129"/>
              <a:gd name="connsiteY113" fmla="*/ 3532427 h 3760598"/>
              <a:gd name="connsiteX114" fmla="*/ 1839510 w 3567129"/>
              <a:gd name="connsiteY114" fmla="*/ 3532427 h 3760598"/>
              <a:gd name="connsiteX115" fmla="*/ 1621442 w 3567129"/>
              <a:gd name="connsiteY115" fmla="*/ 3302390 h 3760598"/>
              <a:gd name="connsiteX116" fmla="*/ 1420511 w 3567129"/>
              <a:gd name="connsiteY116" fmla="*/ 3442886 h 3760598"/>
              <a:gd name="connsiteX117" fmla="*/ 1404534 w 3567129"/>
              <a:gd name="connsiteY117" fmla="*/ 3526368 h 3760598"/>
              <a:gd name="connsiteX118" fmla="*/ 1401022 w 3567129"/>
              <a:gd name="connsiteY118" fmla="*/ 3526368 h 3760598"/>
              <a:gd name="connsiteX119" fmla="*/ 1291988 w 3567129"/>
              <a:gd name="connsiteY119" fmla="*/ 3641387 h 3760598"/>
              <a:gd name="connsiteX120" fmla="*/ 1191522 w 3567129"/>
              <a:gd name="connsiteY120" fmla="*/ 3571138 h 3760598"/>
              <a:gd name="connsiteX121" fmla="*/ 1189775 w 3567129"/>
              <a:gd name="connsiteY121" fmla="*/ 3562008 h 3760598"/>
              <a:gd name="connsiteX122" fmla="*/ 1189775 w 3567129"/>
              <a:gd name="connsiteY122" fmla="*/ 3328341 h 3760598"/>
              <a:gd name="connsiteX123" fmla="*/ 1207104 w 3567129"/>
              <a:gd name="connsiteY123" fmla="*/ 3340665 h 3760598"/>
              <a:gd name="connsiteX124" fmla="*/ 1291986 w 3567129"/>
              <a:gd name="connsiteY124" fmla="*/ 3358742 h 3760598"/>
              <a:gd name="connsiteX125" fmla="*/ 1492917 w 3567129"/>
              <a:gd name="connsiteY125" fmla="*/ 3218246 h 3760598"/>
              <a:gd name="connsiteX126" fmla="*/ 1508894 w 3567129"/>
              <a:gd name="connsiteY126" fmla="*/ 3134765 h 3760598"/>
              <a:gd name="connsiteX127" fmla="*/ 1512408 w 3567129"/>
              <a:gd name="connsiteY127" fmla="*/ 3134765 h 3760598"/>
              <a:gd name="connsiteX128" fmla="*/ 1621442 w 3567129"/>
              <a:gd name="connsiteY128" fmla="*/ 3019746 h 3760598"/>
              <a:gd name="connsiteX129" fmla="*/ 756644 w 3567129"/>
              <a:gd name="connsiteY129" fmla="*/ 3019746 h 3760598"/>
              <a:gd name="connsiteX130" fmla="*/ 865678 w 3567129"/>
              <a:gd name="connsiteY130" fmla="*/ 3134765 h 3760598"/>
              <a:gd name="connsiteX131" fmla="*/ 869192 w 3567129"/>
              <a:gd name="connsiteY131" fmla="*/ 3134765 h 3760598"/>
              <a:gd name="connsiteX132" fmla="*/ 885169 w 3567129"/>
              <a:gd name="connsiteY132" fmla="*/ 3218246 h 3760598"/>
              <a:gd name="connsiteX133" fmla="*/ 1086100 w 3567129"/>
              <a:gd name="connsiteY133" fmla="*/ 3358742 h 3760598"/>
              <a:gd name="connsiteX134" fmla="*/ 1170982 w 3567129"/>
              <a:gd name="connsiteY134" fmla="*/ 3340665 h 3760598"/>
              <a:gd name="connsiteX135" fmla="*/ 1188311 w 3567129"/>
              <a:gd name="connsiteY135" fmla="*/ 3328341 h 3760598"/>
              <a:gd name="connsiteX136" fmla="*/ 1188311 w 3567129"/>
              <a:gd name="connsiteY136" fmla="*/ 3562008 h 3760598"/>
              <a:gd name="connsiteX137" fmla="*/ 1186564 w 3567129"/>
              <a:gd name="connsiteY137" fmla="*/ 3571138 h 3760598"/>
              <a:gd name="connsiteX138" fmla="*/ 1086098 w 3567129"/>
              <a:gd name="connsiteY138" fmla="*/ 3641387 h 3760598"/>
              <a:gd name="connsiteX139" fmla="*/ 977064 w 3567129"/>
              <a:gd name="connsiteY139" fmla="*/ 3526368 h 3760598"/>
              <a:gd name="connsiteX140" fmla="*/ 973552 w 3567129"/>
              <a:gd name="connsiteY140" fmla="*/ 3526368 h 3760598"/>
              <a:gd name="connsiteX141" fmla="*/ 957575 w 3567129"/>
              <a:gd name="connsiteY141" fmla="*/ 3442886 h 3760598"/>
              <a:gd name="connsiteX142" fmla="*/ 756644 w 3567129"/>
              <a:gd name="connsiteY142" fmla="*/ 3302390 h 3760598"/>
              <a:gd name="connsiteX143" fmla="*/ 538576 w 3567129"/>
              <a:gd name="connsiteY143" fmla="*/ 3532427 h 3760598"/>
              <a:gd name="connsiteX144" fmla="*/ 540337 w 3567129"/>
              <a:gd name="connsiteY144" fmla="*/ 3532427 h 3760598"/>
              <a:gd name="connsiteX145" fmla="*/ 532125 w 3567129"/>
              <a:gd name="connsiteY145" fmla="*/ 3575331 h 3760598"/>
              <a:gd name="connsiteX146" fmla="*/ 431660 w 3567129"/>
              <a:gd name="connsiteY146" fmla="*/ 3645579 h 3760598"/>
              <a:gd name="connsiteX147" fmla="*/ 322626 w 3567129"/>
              <a:gd name="connsiteY147" fmla="*/ 3530560 h 3760598"/>
              <a:gd name="connsiteX148" fmla="*/ 319114 w 3567129"/>
              <a:gd name="connsiteY148" fmla="*/ 3530560 h 3760598"/>
              <a:gd name="connsiteX149" fmla="*/ 303137 w 3567129"/>
              <a:gd name="connsiteY149" fmla="*/ 3447079 h 3760598"/>
              <a:gd name="connsiteX150" fmla="*/ 102206 w 3567129"/>
              <a:gd name="connsiteY150" fmla="*/ 3306583 h 3760598"/>
              <a:gd name="connsiteX151" fmla="*/ 17324 w 3567129"/>
              <a:gd name="connsiteY151" fmla="*/ 3324660 h 3760598"/>
              <a:gd name="connsiteX152" fmla="*/ 0 w 3567129"/>
              <a:gd name="connsiteY152" fmla="*/ 3336981 h 3760598"/>
              <a:gd name="connsiteX153" fmla="*/ 0 w 3567129"/>
              <a:gd name="connsiteY153" fmla="*/ 3103281 h 3760598"/>
              <a:gd name="connsiteX154" fmla="*/ 1741 w 3567129"/>
              <a:gd name="connsiteY154" fmla="*/ 3094187 h 3760598"/>
              <a:gd name="connsiteX155" fmla="*/ 102206 w 3567129"/>
              <a:gd name="connsiteY155" fmla="*/ 3023939 h 3760598"/>
              <a:gd name="connsiteX156" fmla="*/ 211240 w 3567129"/>
              <a:gd name="connsiteY156" fmla="*/ 3138957 h 3760598"/>
              <a:gd name="connsiteX157" fmla="*/ 214754 w 3567129"/>
              <a:gd name="connsiteY157" fmla="*/ 3138957 h 3760598"/>
              <a:gd name="connsiteX158" fmla="*/ 230731 w 3567129"/>
              <a:gd name="connsiteY158" fmla="*/ 3222439 h 3760598"/>
              <a:gd name="connsiteX159" fmla="*/ 431662 w 3567129"/>
              <a:gd name="connsiteY159" fmla="*/ 3362935 h 3760598"/>
              <a:gd name="connsiteX160" fmla="*/ 649730 w 3567129"/>
              <a:gd name="connsiteY160" fmla="*/ 3132898 h 3760598"/>
              <a:gd name="connsiteX161" fmla="*/ 647967 w 3567129"/>
              <a:gd name="connsiteY161" fmla="*/ 3132898 h 3760598"/>
              <a:gd name="connsiteX162" fmla="*/ 656179 w 3567129"/>
              <a:gd name="connsiteY162" fmla="*/ 3089994 h 3760598"/>
              <a:gd name="connsiteX163" fmla="*/ 756644 w 3567129"/>
              <a:gd name="connsiteY163" fmla="*/ 3019746 h 3760598"/>
              <a:gd name="connsiteX164" fmla="*/ 1621441 w 3567129"/>
              <a:gd name="connsiteY164" fmla="*/ 2622084 h 3760598"/>
              <a:gd name="connsiteX165" fmla="*/ 1721906 w 3567129"/>
              <a:gd name="connsiteY165" fmla="*/ 2692332 h 3760598"/>
              <a:gd name="connsiteX166" fmla="*/ 1730118 w 3567129"/>
              <a:gd name="connsiteY166" fmla="*/ 2735235 h 3760598"/>
              <a:gd name="connsiteX167" fmla="*/ 1728355 w 3567129"/>
              <a:gd name="connsiteY167" fmla="*/ 2735235 h 3760598"/>
              <a:gd name="connsiteX168" fmla="*/ 1946423 w 3567129"/>
              <a:gd name="connsiteY168" fmla="*/ 2965272 h 3760598"/>
              <a:gd name="connsiteX169" fmla="*/ 2147354 w 3567129"/>
              <a:gd name="connsiteY169" fmla="*/ 2824776 h 3760598"/>
              <a:gd name="connsiteX170" fmla="*/ 2163331 w 3567129"/>
              <a:gd name="connsiteY170" fmla="*/ 2741294 h 3760598"/>
              <a:gd name="connsiteX171" fmla="*/ 2166845 w 3567129"/>
              <a:gd name="connsiteY171" fmla="*/ 2741294 h 3760598"/>
              <a:gd name="connsiteX172" fmla="*/ 2275879 w 3567129"/>
              <a:gd name="connsiteY172" fmla="*/ 2626276 h 3760598"/>
              <a:gd name="connsiteX173" fmla="*/ 2376344 w 3567129"/>
              <a:gd name="connsiteY173" fmla="*/ 2696524 h 3760598"/>
              <a:gd name="connsiteX174" fmla="*/ 2377965 w 3567129"/>
              <a:gd name="connsiteY174" fmla="*/ 2704989 h 3760598"/>
              <a:gd name="connsiteX175" fmla="*/ 2379585 w 3567129"/>
              <a:gd name="connsiteY175" fmla="*/ 2696524 h 3760598"/>
              <a:gd name="connsiteX176" fmla="*/ 2480050 w 3567129"/>
              <a:gd name="connsiteY176" fmla="*/ 2626276 h 3760598"/>
              <a:gd name="connsiteX177" fmla="*/ 2589084 w 3567129"/>
              <a:gd name="connsiteY177" fmla="*/ 2741294 h 3760598"/>
              <a:gd name="connsiteX178" fmla="*/ 2592598 w 3567129"/>
              <a:gd name="connsiteY178" fmla="*/ 2741294 h 3760598"/>
              <a:gd name="connsiteX179" fmla="*/ 2608575 w 3567129"/>
              <a:gd name="connsiteY179" fmla="*/ 2824776 h 3760598"/>
              <a:gd name="connsiteX180" fmla="*/ 2809506 w 3567129"/>
              <a:gd name="connsiteY180" fmla="*/ 2965272 h 3760598"/>
              <a:gd name="connsiteX181" fmla="*/ 3027574 w 3567129"/>
              <a:gd name="connsiteY181" fmla="*/ 2735235 h 3760598"/>
              <a:gd name="connsiteX182" fmla="*/ 3025811 w 3567129"/>
              <a:gd name="connsiteY182" fmla="*/ 2735235 h 3760598"/>
              <a:gd name="connsiteX183" fmla="*/ 3034023 w 3567129"/>
              <a:gd name="connsiteY183" fmla="*/ 2692332 h 3760598"/>
              <a:gd name="connsiteX184" fmla="*/ 3134488 w 3567129"/>
              <a:gd name="connsiteY184" fmla="*/ 2622084 h 3760598"/>
              <a:gd name="connsiteX185" fmla="*/ 3243522 w 3567129"/>
              <a:gd name="connsiteY185" fmla="*/ 2737102 h 3760598"/>
              <a:gd name="connsiteX186" fmla="*/ 3247036 w 3567129"/>
              <a:gd name="connsiteY186" fmla="*/ 2737102 h 3760598"/>
              <a:gd name="connsiteX187" fmla="*/ 3263013 w 3567129"/>
              <a:gd name="connsiteY187" fmla="*/ 2820584 h 3760598"/>
              <a:gd name="connsiteX188" fmla="*/ 3463944 w 3567129"/>
              <a:gd name="connsiteY188" fmla="*/ 2961080 h 3760598"/>
              <a:gd name="connsiteX189" fmla="*/ 3548826 w 3567129"/>
              <a:gd name="connsiteY189" fmla="*/ 2943002 h 3760598"/>
              <a:gd name="connsiteX190" fmla="*/ 3566154 w 3567129"/>
              <a:gd name="connsiteY190" fmla="*/ 2930679 h 3760598"/>
              <a:gd name="connsiteX191" fmla="*/ 3566154 w 3567129"/>
              <a:gd name="connsiteY191" fmla="*/ 3164351 h 3760598"/>
              <a:gd name="connsiteX192" fmla="*/ 3564408 w 3567129"/>
              <a:gd name="connsiteY192" fmla="*/ 3173476 h 3760598"/>
              <a:gd name="connsiteX193" fmla="*/ 3463942 w 3567129"/>
              <a:gd name="connsiteY193" fmla="*/ 3243724 h 3760598"/>
              <a:gd name="connsiteX194" fmla="*/ 3354908 w 3567129"/>
              <a:gd name="connsiteY194" fmla="*/ 3128706 h 3760598"/>
              <a:gd name="connsiteX195" fmla="*/ 3351396 w 3567129"/>
              <a:gd name="connsiteY195" fmla="*/ 3128706 h 3760598"/>
              <a:gd name="connsiteX196" fmla="*/ 3335419 w 3567129"/>
              <a:gd name="connsiteY196" fmla="*/ 3045224 h 3760598"/>
              <a:gd name="connsiteX197" fmla="*/ 3134488 w 3567129"/>
              <a:gd name="connsiteY197" fmla="*/ 2904728 h 3760598"/>
              <a:gd name="connsiteX198" fmla="*/ 2916420 w 3567129"/>
              <a:gd name="connsiteY198" fmla="*/ 3134765 h 3760598"/>
              <a:gd name="connsiteX199" fmla="*/ 2918181 w 3567129"/>
              <a:gd name="connsiteY199" fmla="*/ 3134765 h 3760598"/>
              <a:gd name="connsiteX200" fmla="*/ 2909969 w 3567129"/>
              <a:gd name="connsiteY200" fmla="*/ 3177668 h 3760598"/>
              <a:gd name="connsiteX201" fmla="*/ 2809504 w 3567129"/>
              <a:gd name="connsiteY201" fmla="*/ 3247916 h 3760598"/>
              <a:gd name="connsiteX202" fmla="*/ 2700470 w 3567129"/>
              <a:gd name="connsiteY202" fmla="*/ 3132898 h 3760598"/>
              <a:gd name="connsiteX203" fmla="*/ 2696958 w 3567129"/>
              <a:gd name="connsiteY203" fmla="*/ 3132898 h 3760598"/>
              <a:gd name="connsiteX204" fmla="*/ 2680981 w 3567129"/>
              <a:gd name="connsiteY204" fmla="*/ 3049416 h 3760598"/>
              <a:gd name="connsiteX205" fmla="*/ 2480050 w 3567129"/>
              <a:gd name="connsiteY205" fmla="*/ 2908920 h 3760598"/>
              <a:gd name="connsiteX206" fmla="*/ 2395168 w 3567129"/>
              <a:gd name="connsiteY206" fmla="*/ 2926998 h 3760598"/>
              <a:gd name="connsiteX207" fmla="*/ 2378086 w 3567129"/>
              <a:gd name="connsiteY207" fmla="*/ 2939147 h 3760598"/>
              <a:gd name="connsiteX208" fmla="*/ 2378086 w 3567129"/>
              <a:gd name="connsiteY208" fmla="*/ 2939320 h 3760598"/>
              <a:gd name="connsiteX209" fmla="*/ 2377965 w 3567129"/>
              <a:gd name="connsiteY209" fmla="*/ 2939234 h 3760598"/>
              <a:gd name="connsiteX210" fmla="*/ 2377843 w 3567129"/>
              <a:gd name="connsiteY210" fmla="*/ 2939320 h 3760598"/>
              <a:gd name="connsiteX211" fmla="*/ 2377843 w 3567129"/>
              <a:gd name="connsiteY211" fmla="*/ 2939147 h 3760598"/>
              <a:gd name="connsiteX212" fmla="*/ 2360761 w 3567129"/>
              <a:gd name="connsiteY212" fmla="*/ 2926998 h 3760598"/>
              <a:gd name="connsiteX213" fmla="*/ 2275879 w 3567129"/>
              <a:gd name="connsiteY213" fmla="*/ 2908920 h 3760598"/>
              <a:gd name="connsiteX214" fmla="*/ 2074948 w 3567129"/>
              <a:gd name="connsiteY214" fmla="*/ 3049416 h 3760598"/>
              <a:gd name="connsiteX215" fmla="*/ 2058971 w 3567129"/>
              <a:gd name="connsiteY215" fmla="*/ 3132898 h 3760598"/>
              <a:gd name="connsiteX216" fmla="*/ 2055459 w 3567129"/>
              <a:gd name="connsiteY216" fmla="*/ 3132898 h 3760598"/>
              <a:gd name="connsiteX217" fmla="*/ 1946425 w 3567129"/>
              <a:gd name="connsiteY217" fmla="*/ 3247916 h 3760598"/>
              <a:gd name="connsiteX218" fmla="*/ 1845960 w 3567129"/>
              <a:gd name="connsiteY218" fmla="*/ 3177668 h 3760598"/>
              <a:gd name="connsiteX219" fmla="*/ 1837748 w 3567129"/>
              <a:gd name="connsiteY219" fmla="*/ 3134765 h 3760598"/>
              <a:gd name="connsiteX220" fmla="*/ 1839509 w 3567129"/>
              <a:gd name="connsiteY220" fmla="*/ 3134765 h 3760598"/>
              <a:gd name="connsiteX221" fmla="*/ 1621441 w 3567129"/>
              <a:gd name="connsiteY221" fmla="*/ 2904728 h 3760598"/>
              <a:gd name="connsiteX222" fmla="*/ 1420510 w 3567129"/>
              <a:gd name="connsiteY222" fmla="*/ 3045224 h 3760598"/>
              <a:gd name="connsiteX223" fmla="*/ 1404533 w 3567129"/>
              <a:gd name="connsiteY223" fmla="*/ 3128706 h 3760598"/>
              <a:gd name="connsiteX224" fmla="*/ 1401021 w 3567129"/>
              <a:gd name="connsiteY224" fmla="*/ 3128706 h 3760598"/>
              <a:gd name="connsiteX225" fmla="*/ 1291987 w 3567129"/>
              <a:gd name="connsiteY225" fmla="*/ 3243724 h 3760598"/>
              <a:gd name="connsiteX226" fmla="*/ 1191521 w 3567129"/>
              <a:gd name="connsiteY226" fmla="*/ 3173476 h 3760598"/>
              <a:gd name="connsiteX227" fmla="*/ 1189775 w 3567129"/>
              <a:gd name="connsiteY227" fmla="*/ 3164351 h 3760598"/>
              <a:gd name="connsiteX228" fmla="*/ 1189775 w 3567129"/>
              <a:gd name="connsiteY228" fmla="*/ 2930679 h 3760598"/>
              <a:gd name="connsiteX229" fmla="*/ 1207103 w 3567129"/>
              <a:gd name="connsiteY229" fmla="*/ 2943002 h 3760598"/>
              <a:gd name="connsiteX230" fmla="*/ 1291985 w 3567129"/>
              <a:gd name="connsiteY230" fmla="*/ 2961080 h 3760598"/>
              <a:gd name="connsiteX231" fmla="*/ 1492916 w 3567129"/>
              <a:gd name="connsiteY231" fmla="*/ 2820584 h 3760598"/>
              <a:gd name="connsiteX232" fmla="*/ 1508893 w 3567129"/>
              <a:gd name="connsiteY232" fmla="*/ 2737102 h 3760598"/>
              <a:gd name="connsiteX233" fmla="*/ 1512407 w 3567129"/>
              <a:gd name="connsiteY233" fmla="*/ 2737102 h 3760598"/>
              <a:gd name="connsiteX234" fmla="*/ 1621441 w 3567129"/>
              <a:gd name="connsiteY234" fmla="*/ 2622084 h 3760598"/>
              <a:gd name="connsiteX235" fmla="*/ 756645 w 3567129"/>
              <a:gd name="connsiteY235" fmla="*/ 2622084 h 3760598"/>
              <a:gd name="connsiteX236" fmla="*/ 865679 w 3567129"/>
              <a:gd name="connsiteY236" fmla="*/ 2737102 h 3760598"/>
              <a:gd name="connsiteX237" fmla="*/ 869193 w 3567129"/>
              <a:gd name="connsiteY237" fmla="*/ 2737102 h 3760598"/>
              <a:gd name="connsiteX238" fmla="*/ 885170 w 3567129"/>
              <a:gd name="connsiteY238" fmla="*/ 2820584 h 3760598"/>
              <a:gd name="connsiteX239" fmla="*/ 1086101 w 3567129"/>
              <a:gd name="connsiteY239" fmla="*/ 2961080 h 3760598"/>
              <a:gd name="connsiteX240" fmla="*/ 1170983 w 3567129"/>
              <a:gd name="connsiteY240" fmla="*/ 2943002 h 3760598"/>
              <a:gd name="connsiteX241" fmla="*/ 1188311 w 3567129"/>
              <a:gd name="connsiteY241" fmla="*/ 2930679 h 3760598"/>
              <a:gd name="connsiteX242" fmla="*/ 1188311 w 3567129"/>
              <a:gd name="connsiteY242" fmla="*/ 3164351 h 3760598"/>
              <a:gd name="connsiteX243" fmla="*/ 1186565 w 3567129"/>
              <a:gd name="connsiteY243" fmla="*/ 3173476 h 3760598"/>
              <a:gd name="connsiteX244" fmla="*/ 1086099 w 3567129"/>
              <a:gd name="connsiteY244" fmla="*/ 3243724 h 3760598"/>
              <a:gd name="connsiteX245" fmla="*/ 977065 w 3567129"/>
              <a:gd name="connsiteY245" fmla="*/ 3128706 h 3760598"/>
              <a:gd name="connsiteX246" fmla="*/ 973553 w 3567129"/>
              <a:gd name="connsiteY246" fmla="*/ 3128706 h 3760598"/>
              <a:gd name="connsiteX247" fmla="*/ 957576 w 3567129"/>
              <a:gd name="connsiteY247" fmla="*/ 3045224 h 3760598"/>
              <a:gd name="connsiteX248" fmla="*/ 756645 w 3567129"/>
              <a:gd name="connsiteY248" fmla="*/ 2904728 h 3760598"/>
              <a:gd name="connsiteX249" fmla="*/ 538577 w 3567129"/>
              <a:gd name="connsiteY249" fmla="*/ 3134765 h 3760598"/>
              <a:gd name="connsiteX250" fmla="*/ 540338 w 3567129"/>
              <a:gd name="connsiteY250" fmla="*/ 3134765 h 3760598"/>
              <a:gd name="connsiteX251" fmla="*/ 532126 w 3567129"/>
              <a:gd name="connsiteY251" fmla="*/ 3177668 h 3760598"/>
              <a:gd name="connsiteX252" fmla="*/ 431661 w 3567129"/>
              <a:gd name="connsiteY252" fmla="*/ 3247916 h 3760598"/>
              <a:gd name="connsiteX253" fmla="*/ 322627 w 3567129"/>
              <a:gd name="connsiteY253" fmla="*/ 3132898 h 3760598"/>
              <a:gd name="connsiteX254" fmla="*/ 319115 w 3567129"/>
              <a:gd name="connsiteY254" fmla="*/ 3132898 h 3760598"/>
              <a:gd name="connsiteX255" fmla="*/ 303138 w 3567129"/>
              <a:gd name="connsiteY255" fmla="*/ 3049416 h 3760598"/>
              <a:gd name="connsiteX256" fmla="*/ 102207 w 3567129"/>
              <a:gd name="connsiteY256" fmla="*/ 2908920 h 3760598"/>
              <a:gd name="connsiteX257" fmla="*/ 17325 w 3567129"/>
              <a:gd name="connsiteY257" fmla="*/ 2926998 h 3760598"/>
              <a:gd name="connsiteX258" fmla="*/ 0 w 3567129"/>
              <a:gd name="connsiteY258" fmla="*/ 2939320 h 3760598"/>
              <a:gd name="connsiteX259" fmla="*/ 0 w 3567129"/>
              <a:gd name="connsiteY259" fmla="*/ 2705623 h 3760598"/>
              <a:gd name="connsiteX260" fmla="*/ 1742 w 3567129"/>
              <a:gd name="connsiteY260" fmla="*/ 2696524 h 3760598"/>
              <a:gd name="connsiteX261" fmla="*/ 102207 w 3567129"/>
              <a:gd name="connsiteY261" fmla="*/ 2626276 h 3760598"/>
              <a:gd name="connsiteX262" fmla="*/ 211241 w 3567129"/>
              <a:gd name="connsiteY262" fmla="*/ 2741294 h 3760598"/>
              <a:gd name="connsiteX263" fmla="*/ 214755 w 3567129"/>
              <a:gd name="connsiteY263" fmla="*/ 2741294 h 3760598"/>
              <a:gd name="connsiteX264" fmla="*/ 230732 w 3567129"/>
              <a:gd name="connsiteY264" fmla="*/ 2824776 h 3760598"/>
              <a:gd name="connsiteX265" fmla="*/ 431663 w 3567129"/>
              <a:gd name="connsiteY265" fmla="*/ 2965272 h 3760598"/>
              <a:gd name="connsiteX266" fmla="*/ 649731 w 3567129"/>
              <a:gd name="connsiteY266" fmla="*/ 2735235 h 3760598"/>
              <a:gd name="connsiteX267" fmla="*/ 647968 w 3567129"/>
              <a:gd name="connsiteY267" fmla="*/ 2735235 h 3760598"/>
              <a:gd name="connsiteX268" fmla="*/ 656180 w 3567129"/>
              <a:gd name="connsiteY268" fmla="*/ 2692332 h 3760598"/>
              <a:gd name="connsiteX269" fmla="*/ 756645 w 3567129"/>
              <a:gd name="connsiteY269" fmla="*/ 2622084 h 3760598"/>
              <a:gd name="connsiteX270" fmla="*/ 1621443 w 3567129"/>
              <a:gd name="connsiteY270" fmla="*/ 2163876 h 3760598"/>
              <a:gd name="connsiteX271" fmla="*/ 1721908 w 3567129"/>
              <a:gd name="connsiteY271" fmla="*/ 2234124 h 3760598"/>
              <a:gd name="connsiteX272" fmla="*/ 1730120 w 3567129"/>
              <a:gd name="connsiteY272" fmla="*/ 2277028 h 3760598"/>
              <a:gd name="connsiteX273" fmla="*/ 1728357 w 3567129"/>
              <a:gd name="connsiteY273" fmla="*/ 2277028 h 3760598"/>
              <a:gd name="connsiteX274" fmla="*/ 1946425 w 3567129"/>
              <a:gd name="connsiteY274" fmla="*/ 2507064 h 3760598"/>
              <a:gd name="connsiteX275" fmla="*/ 2147356 w 3567129"/>
              <a:gd name="connsiteY275" fmla="*/ 2366568 h 3760598"/>
              <a:gd name="connsiteX276" fmla="*/ 2163333 w 3567129"/>
              <a:gd name="connsiteY276" fmla="*/ 2283087 h 3760598"/>
              <a:gd name="connsiteX277" fmla="*/ 2166847 w 3567129"/>
              <a:gd name="connsiteY277" fmla="*/ 2283087 h 3760598"/>
              <a:gd name="connsiteX278" fmla="*/ 2275881 w 3567129"/>
              <a:gd name="connsiteY278" fmla="*/ 2168068 h 3760598"/>
              <a:gd name="connsiteX279" fmla="*/ 2376346 w 3567129"/>
              <a:gd name="connsiteY279" fmla="*/ 2238316 h 3760598"/>
              <a:gd name="connsiteX280" fmla="*/ 2377965 w 3567129"/>
              <a:gd name="connsiteY280" fmla="*/ 2246771 h 3760598"/>
              <a:gd name="connsiteX281" fmla="*/ 2379583 w 3567129"/>
              <a:gd name="connsiteY281" fmla="*/ 2238316 h 3760598"/>
              <a:gd name="connsiteX282" fmla="*/ 2480048 w 3567129"/>
              <a:gd name="connsiteY282" fmla="*/ 2168068 h 3760598"/>
              <a:gd name="connsiteX283" fmla="*/ 2589082 w 3567129"/>
              <a:gd name="connsiteY283" fmla="*/ 2283087 h 3760598"/>
              <a:gd name="connsiteX284" fmla="*/ 2592596 w 3567129"/>
              <a:gd name="connsiteY284" fmla="*/ 2283087 h 3760598"/>
              <a:gd name="connsiteX285" fmla="*/ 2608573 w 3567129"/>
              <a:gd name="connsiteY285" fmla="*/ 2366568 h 3760598"/>
              <a:gd name="connsiteX286" fmla="*/ 2809504 w 3567129"/>
              <a:gd name="connsiteY286" fmla="*/ 2507064 h 3760598"/>
              <a:gd name="connsiteX287" fmla="*/ 3027572 w 3567129"/>
              <a:gd name="connsiteY287" fmla="*/ 2277028 h 3760598"/>
              <a:gd name="connsiteX288" fmla="*/ 3025809 w 3567129"/>
              <a:gd name="connsiteY288" fmla="*/ 2277028 h 3760598"/>
              <a:gd name="connsiteX289" fmla="*/ 3034021 w 3567129"/>
              <a:gd name="connsiteY289" fmla="*/ 2234124 h 3760598"/>
              <a:gd name="connsiteX290" fmla="*/ 3134486 w 3567129"/>
              <a:gd name="connsiteY290" fmla="*/ 2163876 h 3760598"/>
              <a:gd name="connsiteX291" fmla="*/ 3243520 w 3567129"/>
              <a:gd name="connsiteY291" fmla="*/ 2278895 h 3760598"/>
              <a:gd name="connsiteX292" fmla="*/ 3247034 w 3567129"/>
              <a:gd name="connsiteY292" fmla="*/ 2278895 h 3760598"/>
              <a:gd name="connsiteX293" fmla="*/ 3263011 w 3567129"/>
              <a:gd name="connsiteY293" fmla="*/ 2362376 h 3760598"/>
              <a:gd name="connsiteX294" fmla="*/ 3463942 w 3567129"/>
              <a:gd name="connsiteY294" fmla="*/ 2502872 h 3760598"/>
              <a:gd name="connsiteX295" fmla="*/ 3548824 w 3567129"/>
              <a:gd name="connsiteY295" fmla="*/ 2484795 h 3760598"/>
              <a:gd name="connsiteX296" fmla="*/ 3566154 w 3567129"/>
              <a:gd name="connsiteY296" fmla="*/ 2472469 h 3760598"/>
              <a:gd name="connsiteX297" fmla="*/ 3566154 w 3567129"/>
              <a:gd name="connsiteY297" fmla="*/ 2507065 h 3760598"/>
              <a:gd name="connsiteX298" fmla="*/ 3566154 w 3567129"/>
              <a:gd name="connsiteY298" fmla="*/ 2766694 h 3760598"/>
              <a:gd name="connsiteX299" fmla="*/ 3564409 w 3567129"/>
              <a:gd name="connsiteY299" fmla="*/ 2775813 h 3760598"/>
              <a:gd name="connsiteX300" fmla="*/ 3463943 w 3567129"/>
              <a:gd name="connsiteY300" fmla="*/ 2846062 h 3760598"/>
              <a:gd name="connsiteX301" fmla="*/ 3354909 w 3567129"/>
              <a:gd name="connsiteY301" fmla="*/ 2731043 h 3760598"/>
              <a:gd name="connsiteX302" fmla="*/ 3351397 w 3567129"/>
              <a:gd name="connsiteY302" fmla="*/ 2731043 h 3760598"/>
              <a:gd name="connsiteX303" fmla="*/ 3335420 w 3567129"/>
              <a:gd name="connsiteY303" fmla="*/ 2647562 h 3760598"/>
              <a:gd name="connsiteX304" fmla="*/ 3134489 w 3567129"/>
              <a:gd name="connsiteY304" fmla="*/ 2507065 h 3760598"/>
              <a:gd name="connsiteX305" fmla="*/ 2916421 w 3567129"/>
              <a:gd name="connsiteY305" fmla="*/ 2737102 h 3760598"/>
              <a:gd name="connsiteX306" fmla="*/ 2918182 w 3567129"/>
              <a:gd name="connsiteY306" fmla="*/ 2737102 h 3760598"/>
              <a:gd name="connsiteX307" fmla="*/ 2909970 w 3567129"/>
              <a:gd name="connsiteY307" fmla="*/ 2780006 h 3760598"/>
              <a:gd name="connsiteX308" fmla="*/ 2809505 w 3567129"/>
              <a:gd name="connsiteY308" fmla="*/ 2850254 h 3760598"/>
              <a:gd name="connsiteX309" fmla="*/ 2700471 w 3567129"/>
              <a:gd name="connsiteY309" fmla="*/ 2735235 h 3760598"/>
              <a:gd name="connsiteX310" fmla="*/ 2696959 w 3567129"/>
              <a:gd name="connsiteY310" fmla="*/ 2735235 h 3760598"/>
              <a:gd name="connsiteX311" fmla="*/ 2680982 w 3567129"/>
              <a:gd name="connsiteY311" fmla="*/ 2651754 h 3760598"/>
              <a:gd name="connsiteX312" fmla="*/ 2480051 w 3567129"/>
              <a:gd name="connsiteY312" fmla="*/ 2511258 h 3760598"/>
              <a:gd name="connsiteX313" fmla="*/ 2395169 w 3567129"/>
              <a:gd name="connsiteY313" fmla="*/ 2529335 h 3760598"/>
              <a:gd name="connsiteX314" fmla="*/ 2378086 w 3567129"/>
              <a:gd name="connsiteY314" fmla="*/ 2541485 h 3760598"/>
              <a:gd name="connsiteX315" fmla="*/ 2378086 w 3567129"/>
              <a:gd name="connsiteY315" fmla="*/ 2541657 h 3760598"/>
              <a:gd name="connsiteX316" fmla="*/ 2377965 w 3567129"/>
              <a:gd name="connsiteY316" fmla="*/ 2541571 h 3760598"/>
              <a:gd name="connsiteX317" fmla="*/ 2377843 w 3567129"/>
              <a:gd name="connsiteY317" fmla="*/ 2541657 h 3760598"/>
              <a:gd name="connsiteX318" fmla="*/ 2377843 w 3567129"/>
              <a:gd name="connsiteY318" fmla="*/ 2541485 h 3760598"/>
              <a:gd name="connsiteX319" fmla="*/ 2360760 w 3567129"/>
              <a:gd name="connsiteY319" fmla="*/ 2529335 h 3760598"/>
              <a:gd name="connsiteX320" fmla="*/ 2275878 w 3567129"/>
              <a:gd name="connsiteY320" fmla="*/ 2511258 h 3760598"/>
              <a:gd name="connsiteX321" fmla="*/ 2074947 w 3567129"/>
              <a:gd name="connsiteY321" fmla="*/ 2651754 h 3760598"/>
              <a:gd name="connsiteX322" fmla="*/ 2058970 w 3567129"/>
              <a:gd name="connsiteY322" fmla="*/ 2735235 h 3760598"/>
              <a:gd name="connsiteX323" fmla="*/ 2055458 w 3567129"/>
              <a:gd name="connsiteY323" fmla="*/ 2735235 h 3760598"/>
              <a:gd name="connsiteX324" fmla="*/ 1946424 w 3567129"/>
              <a:gd name="connsiteY324" fmla="*/ 2850254 h 3760598"/>
              <a:gd name="connsiteX325" fmla="*/ 1845959 w 3567129"/>
              <a:gd name="connsiteY325" fmla="*/ 2780006 h 3760598"/>
              <a:gd name="connsiteX326" fmla="*/ 1837747 w 3567129"/>
              <a:gd name="connsiteY326" fmla="*/ 2737102 h 3760598"/>
              <a:gd name="connsiteX327" fmla="*/ 1839508 w 3567129"/>
              <a:gd name="connsiteY327" fmla="*/ 2737102 h 3760598"/>
              <a:gd name="connsiteX328" fmla="*/ 1621440 w 3567129"/>
              <a:gd name="connsiteY328" fmla="*/ 2507065 h 3760598"/>
              <a:gd name="connsiteX329" fmla="*/ 1420509 w 3567129"/>
              <a:gd name="connsiteY329" fmla="*/ 2647562 h 3760598"/>
              <a:gd name="connsiteX330" fmla="*/ 1404532 w 3567129"/>
              <a:gd name="connsiteY330" fmla="*/ 2731043 h 3760598"/>
              <a:gd name="connsiteX331" fmla="*/ 1401020 w 3567129"/>
              <a:gd name="connsiteY331" fmla="*/ 2731043 h 3760598"/>
              <a:gd name="connsiteX332" fmla="*/ 1291986 w 3567129"/>
              <a:gd name="connsiteY332" fmla="*/ 2846062 h 3760598"/>
              <a:gd name="connsiteX333" fmla="*/ 1191520 w 3567129"/>
              <a:gd name="connsiteY333" fmla="*/ 2775813 h 3760598"/>
              <a:gd name="connsiteX334" fmla="*/ 1189775 w 3567129"/>
              <a:gd name="connsiteY334" fmla="*/ 2766694 h 3760598"/>
              <a:gd name="connsiteX335" fmla="*/ 1189775 w 3567129"/>
              <a:gd name="connsiteY335" fmla="*/ 2507065 h 3760598"/>
              <a:gd name="connsiteX336" fmla="*/ 1189775 w 3567129"/>
              <a:gd name="connsiteY336" fmla="*/ 2472469 h 3760598"/>
              <a:gd name="connsiteX337" fmla="*/ 1207105 w 3567129"/>
              <a:gd name="connsiteY337" fmla="*/ 2484795 h 3760598"/>
              <a:gd name="connsiteX338" fmla="*/ 1291987 w 3567129"/>
              <a:gd name="connsiteY338" fmla="*/ 2502872 h 3760598"/>
              <a:gd name="connsiteX339" fmla="*/ 1492918 w 3567129"/>
              <a:gd name="connsiteY339" fmla="*/ 2362376 h 3760598"/>
              <a:gd name="connsiteX340" fmla="*/ 1508895 w 3567129"/>
              <a:gd name="connsiteY340" fmla="*/ 2278895 h 3760598"/>
              <a:gd name="connsiteX341" fmla="*/ 1512409 w 3567129"/>
              <a:gd name="connsiteY341" fmla="*/ 2278895 h 3760598"/>
              <a:gd name="connsiteX342" fmla="*/ 1621443 w 3567129"/>
              <a:gd name="connsiteY342" fmla="*/ 2163876 h 3760598"/>
              <a:gd name="connsiteX343" fmla="*/ 756643 w 3567129"/>
              <a:gd name="connsiteY343" fmla="*/ 2163876 h 3760598"/>
              <a:gd name="connsiteX344" fmla="*/ 865677 w 3567129"/>
              <a:gd name="connsiteY344" fmla="*/ 2278895 h 3760598"/>
              <a:gd name="connsiteX345" fmla="*/ 869191 w 3567129"/>
              <a:gd name="connsiteY345" fmla="*/ 2278895 h 3760598"/>
              <a:gd name="connsiteX346" fmla="*/ 885168 w 3567129"/>
              <a:gd name="connsiteY346" fmla="*/ 2362376 h 3760598"/>
              <a:gd name="connsiteX347" fmla="*/ 1086099 w 3567129"/>
              <a:gd name="connsiteY347" fmla="*/ 2502872 h 3760598"/>
              <a:gd name="connsiteX348" fmla="*/ 1170981 w 3567129"/>
              <a:gd name="connsiteY348" fmla="*/ 2484795 h 3760598"/>
              <a:gd name="connsiteX349" fmla="*/ 1188311 w 3567129"/>
              <a:gd name="connsiteY349" fmla="*/ 2472469 h 3760598"/>
              <a:gd name="connsiteX350" fmla="*/ 1188311 w 3567129"/>
              <a:gd name="connsiteY350" fmla="*/ 2507065 h 3760598"/>
              <a:gd name="connsiteX351" fmla="*/ 1188311 w 3567129"/>
              <a:gd name="connsiteY351" fmla="*/ 2766694 h 3760598"/>
              <a:gd name="connsiteX352" fmla="*/ 1186566 w 3567129"/>
              <a:gd name="connsiteY352" fmla="*/ 2775813 h 3760598"/>
              <a:gd name="connsiteX353" fmla="*/ 1086100 w 3567129"/>
              <a:gd name="connsiteY353" fmla="*/ 2846062 h 3760598"/>
              <a:gd name="connsiteX354" fmla="*/ 977066 w 3567129"/>
              <a:gd name="connsiteY354" fmla="*/ 2731043 h 3760598"/>
              <a:gd name="connsiteX355" fmla="*/ 973554 w 3567129"/>
              <a:gd name="connsiteY355" fmla="*/ 2731043 h 3760598"/>
              <a:gd name="connsiteX356" fmla="*/ 957577 w 3567129"/>
              <a:gd name="connsiteY356" fmla="*/ 2647562 h 3760598"/>
              <a:gd name="connsiteX357" fmla="*/ 756646 w 3567129"/>
              <a:gd name="connsiteY357" fmla="*/ 2507065 h 3760598"/>
              <a:gd name="connsiteX358" fmla="*/ 538578 w 3567129"/>
              <a:gd name="connsiteY358" fmla="*/ 2737102 h 3760598"/>
              <a:gd name="connsiteX359" fmla="*/ 540339 w 3567129"/>
              <a:gd name="connsiteY359" fmla="*/ 2737102 h 3760598"/>
              <a:gd name="connsiteX360" fmla="*/ 532127 w 3567129"/>
              <a:gd name="connsiteY360" fmla="*/ 2780006 h 3760598"/>
              <a:gd name="connsiteX361" fmla="*/ 431662 w 3567129"/>
              <a:gd name="connsiteY361" fmla="*/ 2850254 h 3760598"/>
              <a:gd name="connsiteX362" fmla="*/ 322628 w 3567129"/>
              <a:gd name="connsiteY362" fmla="*/ 2735235 h 3760598"/>
              <a:gd name="connsiteX363" fmla="*/ 319116 w 3567129"/>
              <a:gd name="connsiteY363" fmla="*/ 2735235 h 3760598"/>
              <a:gd name="connsiteX364" fmla="*/ 303139 w 3567129"/>
              <a:gd name="connsiteY364" fmla="*/ 2651754 h 3760598"/>
              <a:gd name="connsiteX365" fmla="*/ 102208 w 3567129"/>
              <a:gd name="connsiteY365" fmla="*/ 2511258 h 3760598"/>
              <a:gd name="connsiteX366" fmla="*/ 17326 w 3567129"/>
              <a:gd name="connsiteY366" fmla="*/ 2529335 h 3760598"/>
              <a:gd name="connsiteX367" fmla="*/ 0 w 3567129"/>
              <a:gd name="connsiteY367" fmla="*/ 2541657 h 3760598"/>
              <a:gd name="connsiteX368" fmla="*/ 0 w 3567129"/>
              <a:gd name="connsiteY368" fmla="*/ 2507065 h 3760598"/>
              <a:gd name="connsiteX369" fmla="*/ 0 w 3567129"/>
              <a:gd name="connsiteY369" fmla="*/ 2247405 h 3760598"/>
              <a:gd name="connsiteX370" fmla="*/ 1740 w 3567129"/>
              <a:gd name="connsiteY370" fmla="*/ 2238316 h 3760598"/>
              <a:gd name="connsiteX371" fmla="*/ 102205 w 3567129"/>
              <a:gd name="connsiteY371" fmla="*/ 2168068 h 3760598"/>
              <a:gd name="connsiteX372" fmla="*/ 211239 w 3567129"/>
              <a:gd name="connsiteY372" fmla="*/ 2283087 h 3760598"/>
              <a:gd name="connsiteX373" fmla="*/ 214753 w 3567129"/>
              <a:gd name="connsiteY373" fmla="*/ 2283087 h 3760598"/>
              <a:gd name="connsiteX374" fmla="*/ 230730 w 3567129"/>
              <a:gd name="connsiteY374" fmla="*/ 2366568 h 3760598"/>
              <a:gd name="connsiteX375" fmla="*/ 431661 w 3567129"/>
              <a:gd name="connsiteY375" fmla="*/ 2507064 h 3760598"/>
              <a:gd name="connsiteX376" fmla="*/ 649729 w 3567129"/>
              <a:gd name="connsiteY376" fmla="*/ 2277028 h 3760598"/>
              <a:gd name="connsiteX377" fmla="*/ 647966 w 3567129"/>
              <a:gd name="connsiteY377" fmla="*/ 2277028 h 3760598"/>
              <a:gd name="connsiteX378" fmla="*/ 656178 w 3567129"/>
              <a:gd name="connsiteY378" fmla="*/ 2234124 h 3760598"/>
              <a:gd name="connsiteX379" fmla="*/ 756643 w 3567129"/>
              <a:gd name="connsiteY379" fmla="*/ 2163876 h 3760598"/>
              <a:gd name="connsiteX380" fmla="*/ 1621442 w 3567129"/>
              <a:gd name="connsiteY380" fmla="*/ 1766214 h 3760598"/>
              <a:gd name="connsiteX381" fmla="*/ 1721907 w 3567129"/>
              <a:gd name="connsiteY381" fmla="*/ 1836462 h 3760598"/>
              <a:gd name="connsiteX382" fmla="*/ 1730119 w 3567129"/>
              <a:gd name="connsiteY382" fmla="*/ 1879365 h 3760598"/>
              <a:gd name="connsiteX383" fmla="*/ 1728356 w 3567129"/>
              <a:gd name="connsiteY383" fmla="*/ 1879365 h 3760598"/>
              <a:gd name="connsiteX384" fmla="*/ 1946424 w 3567129"/>
              <a:gd name="connsiteY384" fmla="*/ 2109402 h 3760598"/>
              <a:gd name="connsiteX385" fmla="*/ 2147355 w 3567129"/>
              <a:gd name="connsiteY385" fmla="*/ 1968906 h 3760598"/>
              <a:gd name="connsiteX386" fmla="*/ 2163332 w 3567129"/>
              <a:gd name="connsiteY386" fmla="*/ 1885424 h 3760598"/>
              <a:gd name="connsiteX387" fmla="*/ 2166846 w 3567129"/>
              <a:gd name="connsiteY387" fmla="*/ 1885424 h 3760598"/>
              <a:gd name="connsiteX388" fmla="*/ 2275880 w 3567129"/>
              <a:gd name="connsiteY388" fmla="*/ 1770406 h 3760598"/>
              <a:gd name="connsiteX389" fmla="*/ 2376345 w 3567129"/>
              <a:gd name="connsiteY389" fmla="*/ 1840654 h 3760598"/>
              <a:gd name="connsiteX390" fmla="*/ 2377965 w 3567129"/>
              <a:gd name="connsiteY390" fmla="*/ 1849114 h 3760598"/>
              <a:gd name="connsiteX391" fmla="*/ 2379584 w 3567129"/>
              <a:gd name="connsiteY391" fmla="*/ 1840654 h 3760598"/>
              <a:gd name="connsiteX392" fmla="*/ 2480049 w 3567129"/>
              <a:gd name="connsiteY392" fmla="*/ 1770406 h 3760598"/>
              <a:gd name="connsiteX393" fmla="*/ 2589083 w 3567129"/>
              <a:gd name="connsiteY393" fmla="*/ 1885424 h 3760598"/>
              <a:gd name="connsiteX394" fmla="*/ 2592597 w 3567129"/>
              <a:gd name="connsiteY394" fmla="*/ 1885424 h 3760598"/>
              <a:gd name="connsiteX395" fmla="*/ 2608574 w 3567129"/>
              <a:gd name="connsiteY395" fmla="*/ 1968906 h 3760598"/>
              <a:gd name="connsiteX396" fmla="*/ 2809505 w 3567129"/>
              <a:gd name="connsiteY396" fmla="*/ 2109402 h 3760598"/>
              <a:gd name="connsiteX397" fmla="*/ 3027573 w 3567129"/>
              <a:gd name="connsiteY397" fmla="*/ 1879365 h 3760598"/>
              <a:gd name="connsiteX398" fmla="*/ 3025810 w 3567129"/>
              <a:gd name="connsiteY398" fmla="*/ 1879365 h 3760598"/>
              <a:gd name="connsiteX399" fmla="*/ 3034022 w 3567129"/>
              <a:gd name="connsiteY399" fmla="*/ 1836462 h 3760598"/>
              <a:gd name="connsiteX400" fmla="*/ 3134487 w 3567129"/>
              <a:gd name="connsiteY400" fmla="*/ 1766214 h 3760598"/>
              <a:gd name="connsiteX401" fmla="*/ 3243521 w 3567129"/>
              <a:gd name="connsiteY401" fmla="*/ 1881232 h 3760598"/>
              <a:gd name="connsiteX402" fmla="*/ 3247035 w 3567129"/>
              <a:gd name="connsiteY402" fmla="*/ 1881232 h 3760598"/>
              <a:gd name="connsiteX403" fmla="*/ 3263012 w 3567129"/>
              <a:gd name="connsiteY403" fmla="*/ 1964714 h 3760598"/>
              <a:gd name="connsiteX404" fmla="*/ 3463943 w 3567129"/>
              <a:gd name="connsiteY404" fmla="*/ 2105210 h 3760598"/>
              <a:gd name="connsiteX405" fmla="*/ 3548825 w 3567129"/>
              <a:gd name="connsiteY405" fmla="*/ 2087132 h 3760598"/>
              <a:gd name="connsiteX406" fmla="*/ 3566154 w 3567129"/>
              <a:gd name="connsiteY406" fmla="*/ 2074808 h 3760598"/>
              <a:gd name="connsiteX407" fmla="*/ 3566154 w 3567129"/>
              <a:gd name="connsiteY407" fmla="*/ 2308476 h 3760598"/>
              <a:gd name="connsiteX408" fmla="*/ 3564407 w 3567129"/>
              <a:gd name="connsiteY408" fmla="*/ 2317606 h 3760598"/>
              <a:gd name="connsiteX409" fmla="*/ 3463941 w 3567129"/>
              <a:gd name="connsiteY409" fmla="*/ 2387854 h 3760598"/>
              <a:gd name="connsiteX410" fmla="*/ 3354907 w 3567129"/>
              <a:gd name="connsiteY410" fmla="*/ 2272835 h 3760598"/>
              <a:gd name="connsiteX411" fmla="*/ 3351395 w 3567129"/>
              <a:gd name="connsiteY411" fmla="*/ 2272835 h 3760598"/>
              <a:gd name="connsiteX412" fmla="*/ 3335418 w 3567129"/>
              <a:gd name="connsiteY412" fmla="*/ 2189354 h 3760598"/>
              <a:gd name="connsiteX413" fmla="*/ 3134487 w 3567129"/>
              <a:gd name="connsiteY413" fmla="*/ 2048858 h 3760598"/>
              <a:gd name="connsiteX414" fmla="*/ 2916419 w 3567129"/>
              <a:gd name="connsiteY414" fmla="*/ 2278895 h 3760598"/>
              <a:gd name="connsiteX415" fmla="*/ 2918180 w 3567129"/>
              <a:gd name="connsiteY415" fmla="*/ 2278895 h 3760598"/>
              <a:gd name="connsiteX416" fmla="*/ 2909968 w 3567129"/>
              <a:gd name="connsiteY416" fmla="*/ 2321798 h 3760598"/>
              <a:gd name="connsiteX417" fmla="*/ 2809503 w 3567129"/>
              <a:gd name="connsiteY417" fmla="*/ 2392046 h 3760598"/>
              <a:gd name="connsiteX418" fmla="*/ 2700469 w 3567129"/>
              <a:gd name="connsiteY418" fmla="*/ 2277028 h 3760598"/>
              <a:gd name="connsiteX419" fmla="*/ 2696957 w 3567129"/>
              <a:gd name="connsiteY419" fmla="*/ 2277028 h 3760598"/>
              <a:gd name="connsiteX420" fmla="*/ 2680980 w 3567129"/>
              <a:gd name="connsiteY420" fmla="*/ 2193546 h 3760598"/>
              <a:gd name="connsiteX421" fmla="*/ 2480049 w 3567129"/>
              <a:gd name="connsiteY421" fmla="*/ 2053050 h 3760598"/>
              <a:gd name="connsiteX422" fmla="*/ 2395167 w 3567129"/>
              <a:gd name="connsiteY422" fmla="*/ 2071128 h 3760598"/>
              <a:gd name="connsiteX423" fmla="*/ 2378086 w 3567129"/>
              <a:gd name="connsiteY423" fmla="*/ 2083276 h 3760598"/>
              <a:gd name="connsiteX424" fmla="*/ 2378086 w 3567129"/>
              <a:gd name="connsiteY424" fmla="*/ 2083449 h 3760598"/>
              <a:gd name="connsiteX425" fmla="*/ 2377965 w 3567129"/>
              <a:gd name="connsiteY425" fmla="*/ 2083362 h 3760598"/>
              <a:gd name="connsiteX426" fmla="*/ 2377843 w 3567129"/>
              <a:gd name="connsiteY426" fmla="*/ 2083449 h 3760598"/>
              <a:gd name="connsiteX427" fmla="*/ 2377843 w 3567129"/>
              <a:gd name="connsiteY427" fmla="*/ 2083276 h 3760598"/>
              <a:gd name="connsiteX428" fmla="*/ 2360762 w 3567129"/>
              <a:gd name="connsiteY428" fmla="*/ 2071128 h 3760598"/>
              <a:gd name="connsiteX429" fmla="*/ 2275880 w 3567129"/>
              <a:gd name="connsiteY429" fmla="*/ 2053050 h 3760598"/>
              <a:gd name="connsiteX430" fmla="*/ 2074949 w 3567129"/>
              <a:gd name="connsiteY430" fmla="*/ 2193546 h 3760598"/>
              <a:gd name="connsiteX431" fmla="*/ 2058972 w 3567129"/>
              <a:gd name="connsiteY431" fmla="*/ 2277028 h 3760598"/>
              <a:gd name="connsiteX432" fmla="*/ 2055460 w 3567129"/>
              <a:gd name="connsiteY432" fmla="*/ 2277028 h 3760598"/>
              <a:gd name="connsiteX433" fmla="*/ 1946426 w 3567129"/>
              <a:gd name="connsiteY433" fmla="*/ 2392046 h 3760598"/>
              <a:gd name="connsiteX434" fmla="*/ 1845961 w 3567129"/>
              <a:gd name="connsiteY434" fmla="*/ 2321798 h 3760598"/>
              <a:gd name="connsiteX435" fmla="*/ 1837749 w 3567129"/>
              <a:gd name="connsiteY435" fmla="*/ 2278895 h 3760598"/>
              <a:gd name="connsiteX436" fmla="*/ 1839510 w 3567129"/>
              <a:gd name="connsiteY436" fmla="*/ 2278895 h 3760598"/>
              <a:gd name="connsiteX437" fmla="*/ 1621442 w 3567129"/>
              <a:gd name="connsiteY437" fmla="*/ 2048858 h 3760598"/>
              <a:gd name="connsiteX438" fmla="*/ 1420511 w 3567129"/>
              <a:gd name="connsiteY438" fmla="*/ 2189354 h 3760598"/>
              <a:gd name="connsiteX439" fmla="*/ 1404534 w 3567129"/>
              <a:gd name="connsiteY439" fmla="*/ 2272835 h 3760598"/>
              <a:gd name="connsiteX440" fmla="*/ 1401022 w 3567129"/>
              <a:gd name="connsiteY440" fmla="*/ 2272835 h 3760598"/>
              <a:gd name="connsiteX441" fmla="*/ 1291988 w 3567129"/>
              <a:gd name="connsiteY441" fmla="*/ 2387854 h 3760598"/>
              <a:gd name="connsiteX442" fmla="*/ 1191522 w 3567129"/>
              <a:gd name="connsiteY442" fmla="*/ 2317606 h 3760598"/>
              <a:gd name="connsiteX443" fmla="*/ 1189775 w 3567129"/>
              <a:gd name="connsiteY443" fmla="*/ 2308476 h 3760598"/>
              <a:gd name="connsiteX444" fmla="*/ 1189775 w 3567129"/>
              <a:gd name="connsiteY444" fmla="*/ 2074808 h 3760598"/>
              <a:gd name="connsiteX445" fmla="*/ 1207104 w 3567129"/>
              <a:gd name="connsiteY445" fmla="*/ 2087132 h 3760598"/>
              <a:gd name="connsiteX446" fmla="*/ 1291986 w 3567129"/>
              <a:gd name="connsiteY446" fmla="*/ 2105210 h 3760598"/>
              <a:gd name="connsiteX447" fmla="*/ 1492917 w 3567129"/>
              <a:gd name="connsiteY447" fmla="*/ 1964714 h 3760598"/>
              <a:gd name="connsiteX448" fmla="*/ 1508894 w 3567129"/>
              <a:gd name="connsiteY448" fmla="*/ 1881232 h 3760598"/>
              <a:gd name="connsiteX449" fmla="*/ 1512408 w 3567129"/>
              <a:gd name="connsiteY449" fmla="*/ 1881232 h 3760598"/>
              <a:gd name="connsiteX450" fmla="*/ 1621442 w 3567129"/>
              <a:gd name="connsiteY450" fmla="*/ 1766214 h 3760598"/>
              <a:gd name="connsiteX451" fmla="*/ 756644 w 3567129"/>
              <a:gd name="connsiteY451" fmla="*/ 1766214 h 3760598"/>
              <a:gd name="connsiteX452" fmla="*/ 865678 w 3567129"/>
              <a:gd name="connsiteY452" fmla="*/ 1881232 h 3760598"/>
              <a:gd name="connsiteX453" fmla="*/ 869192 w 3567129"/>
              <a:gd name="connsiteY453" fmla="*/ 1881232 h 3760598"/>
              <a:gd name="connsiteX454" fmla="*/ 885169 w 3567129"/>
              <a:gd name="connsiteY454" fmla="*/ 1964714 h 3760598"/>
              <a:gd name="connsiteX455" fmla="*/ 1086100 w 3567129"/>
              <a:gd name="connsiteY455" fmla="*/ 2105210 h 3760598"/>
              <a:gd name="connsiteX456" fmla="*/ 1170982 w 3567129"/>
              <a:gd name="connsiteY456" fmla="*/ 2087132 h 3760598"/>
              <a:gd name="connsiteX457" fmla="*/ 1188311 w 3567129"/>
              <a:gd name="connsiteY457" fmla="*/ 2074808 h 3760598"/>
              <a:gd name="connsiteX458" fmla="*/ 1188311 w 3567129"/>
              <a:gd name="connsiteY458" fmla="*/ 2308476 h 3760598"/>
              <a:gd name="connsiteX459" fmla="*/ 1186564 w 3567129"/>
              <a:gd name="connsiteY459" fmla="*/ 2317606 h 3760598"/>
              <a:gd name="connsiteX460" fmla="*/ 1086098 w 3567129"/>
              <a:gd name="connsiteY460" fmla="*/ 2387854 h 3760598"/>
              <a:gd name="connsiteX461" fmla="*/ 977064 w 3567129"/>
              <a:gd name="connsiteY461" fmla="*/ 2272835 h 3760598"/>
              <a:gd name="connsiteX462" fmla="*/ 973552 w 3567129"/>
              <a:gd name="connsiteY462" fmla="*/ 2272835 h 3760598"/>
              <a:gd name="connsiteX463" fmla="*/ 957575 w 3567129"/>
              <a:gd name="connsiteY463" fmla="*/ 2189354 h 3760598"/>
              <a:gd name="connsiteX464" fmla="*/ 756644 w 3567129"/>
              <a:gd name="connsiteY464" fmla="*/ 2048858 h 3760598"/>
              <a:gd name="connsiteX465" fmla="*/ 538576 w 3567129"/>
              <a:gd name="connsiteY465" fmla="*/ 2278895 h 3760598"/>
              <a:gd name="connsiteX466" fmla="*/ 540337 w 3567129"/>
              <a:gd name="connsiteY466" fmla="*/ 2278895 h 3760598"/>
              <a:gd name="connsiteX467" fmla="*/ 532125 w 3567129"/>
              <a:gd name="connsiteY467" fmla="*/ 2321798 h 3760598"/>
              <a:gd name="connsiteX468" fmla="*/ 431660 w 3567129"/>
              <a:gd name="connsiteY468" fmla="*/ 2392046 h 3760598"/>
              <a:gd name="connsiteX469" fmla="*/ 322626 w 3567129"/>
              <a:gd name="connsiteY469" fmla="*/ 2277028 h 3760598"/>
              <a:gd name="connsiteX470" fmla="*/ 319114 w 3567129"/>
              <a:gd name="connsiteY470" fmla="*/ 2277028 h 3760598"/>
              <a:gd name="connsiteX471" fmla="*/ 303137 w 3567129"/>
              <a:gd name="connsiteY471" fmla="*/ 2193546 h 3760598"/>
              <a:gd name="connsiteX472" fmla="*/ 102206 w 3567129"/>
              <a:gd name="connsiteY472" fmla="*/ 2053050 h 3760598"/>
              <a:gd name="connsiteX473" fmla="*/ 17324 w 3567129"/>
              <a:gd name="connsiteY473" fmla="*/ 2071128 h 3760598"/>
              <a:gd name="connsiteX474" fmla="*/ 0 w 3567129"/>
              <a:gd name="connsiteY474" fmla="*/ 2083449 h 3760598"/>
              <a:gd name="connsiteX475" fmla="*/ 0 w 3567129"/>
              <a:gd name="connsiteY475" fmla="*/ 1849748 h 3760598"/>
              <a:gd name="connsiteX476" fmla="*/ 1741 w 3567129"/>
              <a:gd name="connsiteY476" fmla="*/ 1840654 h 3760598"/>
              <a:gd name="connsiteX477" fmla="*/ 102206 w 3567129"/>
              <a:gd name="connsiteY477" fmla="*/ 1770406 h 3760598"/>
              <a:gd name="connsiteX478" fmla="*/ 211240 w 3567129"/>
              <a:gd name="connsiteY478" fmla="*/ 1885424 h 3760598"/>
              <a:gd name="connsiteX479" fmla="*/ 214754 w 3567129"/>
              <a:gd name="connsiteY479" fmla="*/ 1885424 h 3760598"/>
              <a:gd name="connsiteX480" fmla="*/ 230731 w 3567129"/>
              <a:gd name="connsiteY480" fmla="*/ 1968906 h 3760598"/>
              <a:gd name="connsiteX481" fmla="*/ 431662 w 3567129"/>
              <a:gd name="connsiteY481" fmla="*/ 2109402 h 3760598"/>
              <a:gd name="connsiteX482" fmla="*/ 649730 w 3567129"/>
              <a:gd name="connsiteY482" fmla="*/ 1879365 h 3760598"/>
              <a:gd name="connsiteX483" fmla="*/ 647967 w 3567129"/>
              <a:gd name="connsiteY483" fmla="*/ 1879365 h 3760598"/>
              <a:gd name="connsiteX484" fmla="*/ 656179 w 3567129"/>
              <a:gd name="connsiteY484" fmla="*/ 1836462 h 3760598"/>
              <a:gd name="connsiteX485" fmla="*/ 756644 w 3567129"/>
              <a:gd name="connsiteY485" fmla="*/ 1766214 h 3760598"/>
              <a:gd name="connsiteX486" fmla="*/ 1621441 w 3567129"/>
              <a:gd name="connsiteY486" fmla="*/ 1368551 h 3760598"/>
              <a:gd name="connsiteX487" fmla="*/ 1721906 w 3567129"/>
              <a:gd name="connsiteY487" fmla="*/ 1438799 h 3760598"/>
              <a:gd name="connsiteX488" fmla="*/ 1730118 w 3567129"/>
              <a:gd name="connsiteY488" fmla="*/ 1481703 h 3760598"/>
              <a:gd name="connsiteX489" fmla="*/ 1728355 w 3567129"/>
              <a:gd name="connsiteY489" fmla="*/ 1481703 h 3760598"/>
              <a:gd name="connsiteX490" fmla="*/ 1946423 w 3567129"/>
              <a:gd name="connsiteY490" fmla="*/ 1711739 h 3760598"/>
              <a:gd name="connsiteX491" fmla="*/ 2147354 w 3567129"/>
              <a:gd name="connsiteY491" fmla="*/ 1571243 h 3760598"/>
              <a:gd name="connsiteX492" fmla="*/ 2163331 w 3567129"/>
              <a:gd name="connsiteY492" fmla="*/ 1487762 h 3760598"/>
              <a:gd name="connsiteX493" fmla="*/ 2166845 w 3567129"/>
              <a:gd name="connsiteY493" fmla="*/ 1487762 h 3760598"/>
              <a:gd name="connsiteX494" fmla="*/ 2275879 w 3567129"/>
              <a:gd name="connsiteY494" fmla="*/ 1372743 h 3760598"/>
              <a:gd name="connsiteX495" fmla="*/ 2376344 w 3567129"/>
              <a:gd name="connsiteY495" fmla="*/ 1442991 h 3760598"/>
              <a:gd name="connsiteX496" fmla="*/ 2377965 w 3567129"/>
              <a:gd name="connsiteY496" fmla="*/ 1451456 h 3760598"/>
              <a:gd name="connsiteX497" fmla="*/ 2379585 w 3567129"/>
              <a:gd name="connsiteY497" fmla="*/ 1442991 h 3760598"/>
              <a:gd name="connsiteX498" fmla="*/ 2480050 w 3567129"/>
              <a:gd name="connsiteY498" fmla="*/ 1372743 h 3760598"/>
              <a:gd name="connsiteX499" fmla="*/ 2589084 w 3567129"/>
              <a:gd name="connsiteY499" fmla="*/ 1487762 h 3760598"/>
              <a:gd name="connsiteX500" fmla="*/ 2592598 w 3567129"/>
              <a:gd name="connsiteY500" fmla="*/ 1487762 h 3760598"/>
              <a:gd name="connsiteX501" fmla="*/ 2608575 w 3567129"/>
              <a:gd name="connsiteY501" fmla="*/ 1571243 h 3760598"/>
              <a:gd name="connsiteX502" fmla="*/ 2809506 w 3567129"/>
              <a:gd name="connsiteY502" fmla="*/ 1711739 h 3760598"/>
              <a:gd name="connsiteX503" fmla="*/ 3027574 w 3567129"/>
              <a:gd name="connsiteY503" fmla="*/ 1481703 h 3760598"/>
              <a:gd name="connsiteX504" fmla="*/ 3025811 w 3567129"/>
              <a:gd name="connsiteY504" fmla="*/ 1481703 h 3760598"/>
              <a:gd name="connsiteX505" fmla="*/ 3034023 w 3567129"/>
              <a:gd name="connsiteY505" fmla="*/ 1438799 h 3760598"/>
              <a:gd name="connsiteX506" fmla="*/ 3134488 w 3567129"/>
              <a:gd name="connsiteY506" fmla="*/ 1368551 h 3760598"/>
              <a:gd name="connsiteX507" fmla="*/ 3243522 w 3567129"/>
              <a:gd name="connsiteY507" fmla="*/ 1483570 h 3760598"/>
              <a:gd name="connsiteX508" fmla="*/ 3247036 w 3567129"/>
              <a:gd name="connsiteY508" fmla="*/ 1483570 h 3760598"/>
              <a:gd name="connsiteX509" fmla="*/ 3263013 w 3567129"/>
              <a:gd name="connsiteY509" fmla="*/ 1567051 h 3760598"/>
              <a:gd name="connsiteX510" fmla="*/ 3463944 w 3567129"/>
              <a:gd name="connsiteY510" fmla="*/ 1707547 h 3760598"/>
              <a:gd name="connsiteX511" fmla="*/ 3548826 w 3567129"/>
              <a:gd name="connsiteY511" fmla="*/ 1689470 h 3760598"/>
              <a:gd name="connsiteX512" fmla="*/ 3566154 w 3567129"/>
              <a:gd name="connsiteY512" fmla="*/ 1677147 h 3760598"/>
              <a:gd name="connsiteX513" fmla="*/ 3566154 w 3567129"/>
              <a:gd name="connsiteY513" fmla="*/ 1910819 h 3760598"/>
              <a:gd name="connsiteX514" fmla="*/ 3564408 w 3567129"/>
              <a:gd name="connsiteY514" fmla="*/ 1919943 h 3760598"/>
              <a:gd name="connsiteX515" fmla="*/ 3463942 w 3567129"/>
              <a:gd name="connsiteY515" fmla="*/ 1990191 h 3760598"/>
              <a:gd name="connsiteX516" fmla="*/ 3354908 w 3567129"/>
              <a:gd name="connsiteY516" fmla="*/ 1875173 h 3760598"/>
              <a:gd name="connsiteX517" fmla="*/ 3351396 w 3567129"/>
              <a:gd name="connsiteY517" fmla="*/ 1875173 h 3760598"/>
              <a:gd name="connsiteX518" fmla="*/ 3335419 w 3567129"/>
              <a:gd name="connsiteY518" fmla="*/ 1791691 h 3760598"/>
              <a:gd name="connsiteX519" fmla="*/ 3134488 w 3567129"/>
              <a:gd name="connsiteY519" fmla="*/ 1651195 h 3760598"/>
              <a:gd name="connsiteX520" fmla="*/ 2916420 w 3567129"/>
              <a:gd name="connsiteY520" fmla="*/ 1881232 h 3760598"/>
              <a:gd name="connsiteX521" fmla="*/ 2918181 w 3567129"/>
              <a:gd name="connsiteY521" fmla="*/ 1881232 h 3760598"/>
              <a:gd name="connsiteX522" fmla="*/ 2909969 w 3567129"/>
              <a:gd name="connsiteY522" fmla="*/ 1924136 h 3760598"/>
              <a:gd name="connsiteX523" fmla="*/ 2809504 w 3567129"/>
              <a:gd name="connsiteY523" fmla="*/ 1994384 h 3760598"/>
              <a:gd name="connsiteX524" fmla="*/ 2700470 w 3567129"/>
              <a:gd name="connsiteY524" fmla="*/ 1879365 h 3760598"/>
              <a:gd name="connsiteX525" fmla="*/ 2696958 w 3567129"/>
              <a:gd name="connsiteY525" fmla="*/ 1879365 h 3760598"/>
              <a:gd name="connsiteX526" fmla="*/ 2680981 w 3567129"/>
              <a:gd name="connsiteY526" fmla="*/ 1795884 h 3760598"/>
              <a:gd name="connsiteX527" fmla="*/ 2480050 w 3567129"/>
              <a:gd name="connsiteY527" fmla="*/ 1655387 h 3760598"/>
              <a:gd name="connsiteX528" fmla="*/ 2395168 w 3567129"/>
              <a:gd name="connsiteY528" fmla="*/ 1673465 h 3760598"/>
              <a:gd name="connsiteX529" fmla="*/ 2378086 w 3567129"/>
              <a:gd name="connsiteY529" fmla="*/ 1685614 h 3760598"/>
              <a:gd name="connsiteX530" fmla="*/ 2378086 w 3567129"/>
              <a:gd name="connsiteY530" fmla="*/ 1685787 h 3760598"/>
              <a:gd name="connsiteX531" fmla="*/ 2377965 w 3567129"/>
              <a:gd name="connsiteY531" fmla="*/ 1685701 h 3760598"/>
              <a:gd name="connsiteX532" fmla="*/ 2377843 w 3567129"/>
              <a:gd name="connsiteY532" fmla="*/ 1685787 h 3760598"/>
              <a:gd name="connsiteX533" fmla="*/ 2377843 w 3567129"/>
              <a:gd name="connsiteY533" fmla="*/ 1685614 h 3760598"/>
              <a:gd name="connsiteX534" fmla="*/ 2360761 w 3567129"/>
              <a:gd name="connsiteY534" fmla="*/ 1673465 h 3760598"/>
              <a:gd name="connsiteX535" fmla="*/ 2275879 w 3567129"/>
              <a:gd name="connsiteY535" fmla="*/ 1655387 h 3760598"/>
              <a:gd name="connsiteX536" fmla="*/ 2074948 w 3567129"/>
              <a:gd name="connsiteY536" fmla="*/ 1795884 h 3760598"/>
              <a:gd name="connsiteX537" fmla="*/ 2058971 w 3567129"/>
              <a:gd name="connsiteY537" fmla="*/ 1879365 h 3760598"/>
              <a:gd name="connsiteX538" fmla="*/ 2055459 w 3567129"/>
              <a:gd name="connsiteY538" fmla="*/ 1879365 h 3760598"/>
              <a:gd name="connsiteX539" fmla="*/ 1946425 w 3567129"/>
              <a:gd name="connsiteY539" fmla="*/ 1994384 h 3760598"/>
              <a:gd name="connsiteX540" fmla="*/ 1845960 w 3567129"/>
              <a:gd name="connsiteY540" fmla="*/ 1924136 h 3760598"/>
              <a:gd name="connsiteX541" fmla="*/ 1837748 w 3567129"/>
              <a:gd name="connsiteY541" fmla="*/ 1881232 h 3760598"/>
              <a:gd name="connsiteX542" fmla="*/ 1839509 w 3567129"/>
              <a:gd name="connsiteY542" fmla="*/ 1881232 h 3760598"/>
              <a:gd name="connsiteX543" fmla="*/ 1621441 w 3567129"/>
              <a:gd name="connsiteY543" fmla="*/ 1651195 h 3760598"/>
              <a:gd name="connsiteX544" fmla="*/ 1420510 w 3567129"/>
              <a:gd name="connsiteY544" fmla="*/ 1791691 h 3760598"/>
              <a:gd name="connsiteX545" fmla="*/ 1404533 w 3567129"/>
              <a:gd name="connsiteY545" fmla="*/ 1875173 h 3760598"/>
              <a:gd name="connsiteX546" fmla="*/ 1401021 w 3567129"/>
              <a:gd name="connsiteY546" fmla="*/ 1875173 h 3760598"/>
              <a:gd name="connsiteX547" fmla="*/ 1291987 w 3567129"/>
              <a:gd name="connsiteY547" fmla="*/ 1990191 h 3760598"/>
              <a:gd name="connsiteX548" fmla="*/ 1191521 w 3567129"/>
              <a:gd name="connsiteY548" fmla="*/ 1919943 h 3760598"/>
              <a:gd name="connsiteX549" fmla="*/ 1189775 w 3567129"/>
              <a:gd name="connsiteY549" fmla="*/ 1910819 h 3760598"/>
              <a:gd name="connsiteX550" fmla="*/ 1189775 w 3567129"/>
              <a:gd name="connsiteY550" fmla="*/ 1677147 h 3760598"/>
              <a:gd name="connsiteX551" fmla="*/ 1207103 w 3567129"/>
              <a:gd name="connsiteY551" fmla="*/ 1689470 h 3760598"/>
              <a:gd name="connsiteX552" fmla="*/ 1291985 w 3567129"/>
              <a:gd name="connsiteY552" fmla="*/ 1707547 h 3760598"/>
              <a:gd name="connsiteX553" fmla="*/ 1492916 w 3567129"/>
              <a:gd name="connsiteY553" fmla="*/ 1567051 h 3760598"/>
              <a:gd name="connsiteX554" fmla="*/ 1508893 w 3567129"/>
              <a:gd name="connsiteY554" fmla="*/ 1483570 h 3760598"/>
              <a:gd name="connsiteX555" fmla="*/ 1512407 w 3567129"/>
              <a:gd name="connsiteY555" fmla="*/ 1483570 h 3760598"/>
              <a:gd name="connsiteX556" fmla="*/ 1621441 w 3567129"/>
              <a:gd name="connsiteY556" fmla="*/ 1368551 h 3760598"/>
              <a:gd name="connsiteX557" fmla="*/ 756645 w 3567129"/>
              <a:gd name="connsiteY557" fmla="*/ 1368551 h 3760598"/>
              <a:gd name="connsiteX558" fmla="*/ 865679 w 3567129"/>
              <a:gd name="connsiteY558" fmla="*/ 1483570 h 3760598"/>
              <a:gd name="connsiteX559" fmla="*/ 869193 w 3567129"/>
              <a:gd name="connsiteY559" fmla="*/ 1483570 h 3760598"/>
              <a:gd name="connsiteX560" fmla="*/ 885170 w 3567129"/>
              <a:gd name="connsiteY560" fmla="*/ 1567051 h 3760598"/>
              <a:gd name="connsiteX561" fmla="*/ 1086101 w 3567129"/>
              <a:gd name="connsiteY561" fmla="*/ 1707547 h 3760598"/>
              <a:gd name="connsiteX562" fmla="*/ 1170983 w 3567129"/>
              <a:gd name="connsiteY562" fmla="*/ 1689470 h 3760598"/>
              <a:gd name="connsiteX563" fmla="*/ 1188311 w 3567129"/>
              <a:gd name="connsiteY563" fmla="*/ 1677147 h 3760598"/>
              <a:gd name="connsiteX564" fmla="*/ 1188311 w 3567129"/>
              <a:gd name="connsiteY564" fmla="*/ 1910819 h 3760598"/>
              <a:gd name="connsiteX565" fmla="*/ 1186565 w 3567129"/>
              <a:gd name="connsiteY565" fmla="*/ 1919943 h 3760598"/>
              <a:gd name="connsiteX566" fmla="*/ 1086099 w 3567129"/>
              <a:gd name="connsiteY566" fmla="*/ 1990191 h 3760598"/>
              <a:gd name="connsiteX567" fmla="*/ 977065 w 3567129"/>
              <a:gd name="connsiteY567" fmla="*/ 1875173 h 3760598"/>
              <a:gd name="connsiteX568" fmla="*/ 973553 w 3567129"/>
              <a:gd name="connsiteY568" fmla="*/ 1875173 h 3760598"/>
              <a:gd name="connsiteX569" fmla="*/ 957576 w 3567129"/>
              <a:gd name="connsiteY569" fmla="*/ 1791691 h 3760598"/>
              <a:gd name="connsiteX570" fmla="*/ 756645 w 3567129"/>
              <a:gd name="connsiteY570" fmla="*/ 1651195 h 3760598"/>
              <a:gd name="connsiteX571" fmla="*/ 538577 w 3567129"/>
              <a:gd name="connsiteY571" fmla="*/ 1881232 h 3760598"/>
              <a:gd name="connsiteX572" fmla="*/ 540338 w 3567129"/>
              <a:gd name="connsiteY572" fmla="*/ 1881232 h 3760598"/>
              <a:gd name="connsiteX573" fmla="*/ 532126 w 3567129"/>
              <a:gd name="connsiteY573" fmla="*/ 1924136 h 3760598"/>
              <a:gd name="connsiteX574" fmla="*/ 431661 w 3567129"/>
              <a:gd name="connsiteY574" fmla="*/ 1994384 h 3760598"/>
              <a:gd name="connsiteX575" fmla="*/ 322627 w 3567129"/>
              <a:gd name="connsiteY575" fmla="*/ 1879365 h 3760598"/>
              <a:gd name="connsiteX576" fmla="*/ 319115 w 3567129"/>
              <a:gd name="connsiteY576" fmla="*/ 1879365 h 3760598"/>
              <a:gd name="connsiteX577" fmla="*/ 303138 w 3567129"/>
              <a:gd name="connsiteY577" fmla="*/ 1795884 h 3760598"/>
              <a:gd name="connsiteX578" fmla="*/ 102207 w 3567129"/>
              <a:gd name="connsiteY578" fmla="*/ 1655387 h 3760598"/>
              <a:gd name="connsiteX579" fmla="*/ 17325 w 3567129"/>
              <a:gd name="connsiteY579" fmla="*/ 1673465 h 3760598"/>
              <a:gd name="connsiteX580" fmla="*/ 0 w 3567129"/>
              <a:gd name="connsiteY580" fmla="*/ 1685787 h 3760598"/>
              <a:gd name="connsiteX581" fmla="*/ 0 w 3567129"/>
              <a:gd name="connsiteY581" fmla="*/ 1452091 h 3760598"/>
              <a:gd name="connsiteX582" fmla="*/ 1742 w 3567129"/>
              <a:gd name="connsiteY582" fmla="*/ 1442991 h 3760598"/>
              <a:gd name="connsiteX583" fmla="*/ 102207 w 3567129"/>
              <a:gd name="connsiteY583" fmla="*/ 1372743 h 3760598"/>
              <a:gd name="connsiteX584" fmla="*/ 211241 w 3567129"/>
              <a:gd name="connsiteY584" fmla="*/ 1487762 h 3760598"/>
              <a:gd name="connsiteX585" fmla="*/ 214755 w 3567129"/>
              <a:gd name="connsiteY585" fmla="*/ 1487762 h 3760598"/>
              <a:gd name="connsiteX586" fmla="*/ 230732 w 3567129"/>
              <a:gd name="connsiteY586" fmla="*/ 1571243 h 3760598"/>
              <a:gd name="connsiteX587" fmla="*/ 431663 w 3567129"/>
              <a:gd name="connsiteY587" fmla="*/ 1711739 h 3760598"/>
              <a:gd name="connsiteX588" fmla="*/ 649731 w 3567129"/>
              <a:gd name="connsiteY588" fmla="*/ 1481703 h 3760598"/>
              <a:gd name="connsiteX589" fmla="*/ 647968 w 3567129"/>
              <a:gd name="connsiteY589" fmla="*/ 1481703 h 3760598"/>
              <a:gd name="connsiteX590" fmla="*/ 656180 w 3567129"/>
              <a:gd name="connsiteY590" fmla="*/ 1438799 h 3760598"/>
              <a:gd name="connsiteX591" fmla="*/ 756645 w 3567129"/>
              <a:gd name="connsiteY591" fmla="*/ 1368551 h 3760598"/>
              <a:gd name="connsiteX592" fmla="*/ 757618 w 3567129"/>
              <a:gd name="connsiteY592" fmla="*/ 910344 h 3760598"/>
              <a:gd name="connsiteX593" fmla="*/ 866652 w 3567129"/>
              <a:gd name="connsiteY593" fmla="*/ 1025362 h 3760598"/>
              <a:gd name="connsiteX594" fmla="*/ 870166 w 3567129"/>
              <a:gd name="connsiteY594" fmla="*/ 1025362 h 3760598"/>
              <a:gd name="connsiteX595" fmla="*/ 886143 w 3567129"/>
              <a:gd name="connsiteY595" fmla="*/ 1108844 h 3760598"/>
              <a:gd name="connsiteX596" fmla="*/ 1087074 w 3567129"/>
              <a:gd name="connsiteY596" fmla="*/ 1249340 h 3760598"/>
              <a:gd name="connsiteX597" fmla="*/ 1171956 w 3567129"/>
              <a:gd name="connsiteY597" fmla="*/ 1231262 h 3760598"/>
              <a:gd name="connsiteX598" fmla="*/ 1188800 w 3567129"/>
              <a:gd name="connsiteY598" fmla="*/ 1219282 h 3760598"/>
              <a:gd name="connsiteX599" fmla="*/ 1188800 w 3567129"/>
              <a:gd name="connsiteY599" fmla="*/ 1218937 h 3760598"/>
              <a:gd name="connsiteX600" fmla="*/ 1189043 w 3567129"/>
              <a:gd name="connsiteY600" fmla="*/ 1219110 h 3760598"/>
              <a:gd name="connsiteX601" fmla="*/ 1189286 w 3567129"/>
              <a:gd name="connsiteY601" fmla="*/ 1218937 h 3760598"/>
              <a:gd name="connsiteX602" fmla="*/ 1189286 w 3567129"/>
              <a:gd name="connsiteY602" fmla="*/ 1219282 h 3760598"/>
              <a:gd name="connsiteX603" fmla="*/ 1206130 w 3567129"/>
              <a:gd name="connsiteY603" fmla="*/ 1231262 h 3760598"/>
              <a:gd name="connsiteX604" fmla="*/ 1291012 w 3567129"/>
              <a:gd name="connsiteY604" fmla="*/ 1249340 h 3760598"/>
              <a:gd name="connsiteX605" fmla="*/ 1491943 w 3567129"/>
              <a:gd name="connsiteY605" fmla="*/ 1108844 h 3760598"/>
              <a:gd name="connsiteX606" fmla="*/ 1507920 w 3567129"/>
              <a:gd name="connsiteY606" fmla="*/ 1025362 h 3760598"/>
              <a:gd name="connsiteX607" fmla="*/ 1511434 w 3567129"/>
              <a:gd name="connsiteY607" fmla="*/ 1025362 h 3760598"/>
              <a:gd name="connsiteX608" fmla="*/ 1620468 w 3567129"/>
              <a:gd name="connsiteY608" fmla="*/ 910344 h 3760598"/>
              <a:gd name="connsiteX609" fmla="*/ 1720933 w 3567129"/>
              <a:gd name="connsiteY609" fmla="*/ 980592 h 3760598"/>
              <a:gd name="connsiteX610" fmla="*/ 1729145 w 3567129"/>
              <a:gd name="connsiteY610" fmla="*/ 1023495 h 3760598"/>
              <a:gd name="connsiteX611" fmla="*/ 1727382 w 3567129"/>
              <a:gd name="connsiteY611" fmla="*/ 1023495 h 3760598"/>
              <a:gd name="connsiteX612" fmla="*/ 1945450 w 3567129"/>
              <a:gd name="connsiteY612" fmla="*/ 1253532 h 3760598"/>
              <a:gd name="connsiteX613" fmla="*/ 2146381 w 3567129"/>
              <a:gd name="connsiteY613" fmla="*/ 1113036 h 3760598"/>
              <a:gd name="connsiteX614" fmla="*/ 2162358 w 3567129"/>
              <a:gd name="connsiteY614" fmla="*/ 1029554 h 3760598"/>
              <a:gd name="connsiteX615" fmla="*/ 2165872 w 3567129"/>
              <a:gd name="connsiteY615" fmla="*/ 1029554 h 3760598"/>
              <a:gd name="connsiteX616" fmla="*/ 2274906 w 3567129"/>
              <a:gd name="connsiteY616" fmla="*/ 914536 h 3760598"/>
              <a:gd name="connsiteX617" fmla="*/ 2375371 w 3567129"/>
              <a:gd name="connsiteY617" fmla="*/ 984784 h 3760598"/>
              <a:gd name="connsiteX618" fmla="*/ 2377111 w 3567129"/>
              <a:gd name="connsiteY618" fmla="*/ 993873 h 3760598"/>
              <a:gd name="connsiteX619" fmla="*/ 2377111 w 3567129"/>
              <a:gd name="connsiteY619" fmla="*/ 1253533 h 3760598"/>
              <a:gd name="connsiteX620" fmla="*/ 2377843 w 3567129"/>
              <a:gd name="connsiteY620" fmla="*/ 1253533 h 3760598"/>
              <a:gd name="connsiteX621" fmla="*/ 2378086 w 3567129"/>
              <a:gd name="connsiteY621" fmla="*/ 1253533 h 3760598"/>
              <a:gd name="connsiteX622" fmla="*/ 2378818 w 3567129"/>
              <a:gd name="connsiteY622" fmla="*/ 1253533 h 3760598"/>
              <a:gd name="connsiteX623" fmla="*/ 2378818 w 3567129"/>
              <a:gd name="connsiteY623" fmla="*/ 993873 h 3760598"/>
              <a:gd name="connsiteX624" fmla="*/ 2380558 w 3567129"/>
              <a:gd name="connsiteY624" fmla="*/ 984784 h 3760598"/>
              <a:gd name="connsiteX625" fmla="*/ 2481023 w 3567129"/>
              <a:gd name="connsiteY625" fmla="*/ 914536 h 3760598"/>
              <a:gd name="connsiteX626" fmla="*/ 2590057 w 3567129"/>
              <a:gd name="connsiteY626" fmla="*/ 1029554 h 3760598"/>
              <a:gd name="connsiteX627" fmla="*/ 2593571 w 3567129"/>
              <a:gd name="connsiteY627" fmla="*/ 1029554 h 3760598"/>
              <a:gd name="connsiteX628" fmla="*/ 2609548 w 3567129"/>
              <a:gd name="connsiteY628" fmla="*/ 1113036 h 3760598"/>
              <a:gd name="connsiteX629" fmla="*/ 2810479 w 3567129"/>
              <a:gd name="connsiteY629" fmla="*/ 1253532 h 3760598"/>
              <a:gd name="connsiteX630" fmla="*/ 3028547 w 3567129"/>
              <a:gd name="connsiteY630" fmla="*/ 1023495 h 3760598"/>
              <a:gd name="connsiteX631" fmla="*/ 3026784 w 3567129"/>
              <a:gd name="connsiteY631" fmla="*/ 1023495 h 3760598"/>
              <a:gd name="connsiteX632" fmla="*/ 3034996 w 3567129"/>
              <a:gd name="connsiteY632" fmla="*/ 980592 h 3760598"/>
              <a:gd name="connsiteX633" fmla="*/ 3135461 w 3567129"/>
              <a:gd name="connsiteY633" fmla="*/ 910344 h 3760598"/>
              <a:gd name="connsiteX634" fmla="*/ 3244495 w 3567129"/>
              <a:gd name="connsiteY634" fmla="*/ 1025362 h 3760598"/>
              <a:gd name="connsiteX635" fmla="*/ 3248009 w 3567129"/>
              <a:gd name="connsiteY635" fmla="*/ 1025362 h 3760598"/>
              <a:gd name="connsiteX636" fmla="*/ 3263986 w 3567129"/>
              <a:gd name="connsiteY636" fmla="*/ 1108844 h 3760598"/>
              <a:gd name="connsiteX637" fmla="*/ 3464917 w 3567129"/>
              <a:gd name="connsiteY637" fmla="*/ 1249340 h 3760598"/>
              <a:gd name="connsiteX638" fmla="*/ 3549799 w 3567129"/>
              <a:gd name="connsiteY638" fmla="*/ 1231262 h 3760598"/>
              <a:gd name="connsiteX639" fmla="*/ 3567129 w 3567129"/>
              <a:gd name="connsiteY639" fmla="*/ 1218937 h 3760598"/>
              <a:gd name="connsiteX640" fmla="*/ 3567129 w 3567129"/>
              <a:gd name="connsiteY640" fmla="*/ 1253533 h 3760598"/>
              <a:gd name="connsiteX641" fmla="*/ 3566154 w 3567129"/>
              <a:gd name="connsiteY641" fmla="*/ 1253533 h 3760598"/>
              <a:gd name="connsiteX642" fmla="*/ 3566154 w 3567129"/>
              <a:gd name="connsiteY642" fmla="*/ 1513161 h 3760598"/>
              <a:gd name="connsiteX643" fmla="*/ 3564409 w 3567129"/>
              <a:gd name="connsiteY643" fmla="*/ 1522281 h 3760598"/>
              <a:gd name="connsiteX644" fmla="*/ 3463943 w 3567129"/>
              <a:gd name="connsiteY644" fmla="*/ 1592529 h 3760598"/>
              <a:gd name="connsiteX645" fmla="*/ 3354909 w 3567129"/>
              <a:gd name="connsiteY645" fmla="*/ 1477510 h 3760598"/>
              <a:gd name="connsiteX646" fmla="*/ 3351397 w 3567129"/>
              <a:gd name="connsiteY646" fmla="*/ 1477510 h 3760598"/>
              <a:gd name="connsiteX647" fmla="*/ 3335420 w 3567129"/>
              <a:gd name="connsiteY647" fmla="*/ 1394029 h 3760598"/>
              <a:gd name="connsiteX648" fmla="*/ 3134489 w 3567129"/>
              <a:gd name="connsiteY648" fmla="*/ 1253533 h 3760598"/>
              <a:gd name="connsiteX649" fmla="*/ 2916421 w 3567129"/>
              <a:gd name="connsiteY649" fmla="*/ 1483570 h 3760598"/>
              <a:gd name="connsiteX650" fmla="*/ 2918182 w 3567129"/>
              <a:gd name="connsiteY650" fmla="*/ 1483570 h 3760598"/>
              <a:gd name="connsiteX651" fmla="*/ 2909970 w 3567129"/>
              <a:gd name="connsiteY651" fmla="*/ 1526473 h 3760598"/>
              <a:gd name="connsiteX652" fmla="*/ 2809505 w 3567129"/>
              <a:gd name="connsiteY652" fmla="*/ 1596721 h 3760598"/>
              <a:gd name="connsiteX653" fmla="*/ 2700471 w 3567129"/>
              <a:gd name="connsiteY653" fmla="*/ 1481703 h 3760598"/>
              <a:gd name="connsiteX654" fmla="*/ 2696959 w 3567129"/>
              <a:gd name="connsiteY654" fmla="*/ 1481703 h 3760598"/>
              <a:gd name="connsiteX655" fmla="*/ 2680982 w 3567129"/>
              <a:gd name="connsiteY655" fmla="*/ 1398221 h 3760598"/>
              <a:gd name="connsiteX656" fmla="*/ 2480051 w 3567129"/>
              <a:gd name="connsiteY656" fmla="*/ 1257725 h 3760598"/>
              <a:gd name="connsiteX657" fmla="*/ 2395169 w 3567129"/>
              <a:gd name="connsiteY657" fmla="*/ 1275803 h 3760598"/>
              <a:gd name="connsiteX658" fmla="*/ 2378086 w 3567129"/>
              <a:gd name="connsiteY658" fmla="*/ 1287952 h 3760598"/>
              <a:gd name="connsiteX659" fmla="*/ 2378086 w 3567129"/>
              <a:gd name="connsiteY659" fmla="*/ 1288125 h 3760598"/>
              <a:gd name="connsiteX660" fmla="*/ 2377965 w 3567129"/>
              <a:gd name="connsiteY660" fmla="*/ 1288038 h 3760598"/>
              <a:gd name="connsiteX661" fmla="*/ 2377843 w 3567129"/>
              <a:gd name="connsiteY661" fmla="*/ 1288125 h 3760598"/>
              <a:gd name="connsiteX662" fmla="*/ 2377843 w 3567129"/>
              <a:gd name="connsiteY662" fmla="*/ 1287952 h 3760598"/>
              <a:gd name="connsiteX663" fmla="*/ 2360760 w 3567129"/>
              <a:gd name="connsiteY663" fmla="*/ 1275803 h 3760598"/>
              <a:gd name="connsiteX664" fmla="*/ 2275878 w 3567129"/>
              <a:gd name="connsiteY664" fmla="*/ 1257725 h 3760598"/>
              <a:gd name="connsiteX665" fmla="*/ 2074947 w 3567129"/>
              <a:gd name="connsiteY665" fmla="*/ 1398221 h 3760598"/>
              <a:gd name="connsiteX666" fmla="*/ 2058970 w 3567129"/>
              <a:gd name="connsiteY666" fmla="*/ 1481703 h 3760598"/>
              <a:gd name="connsiteX667" fmla="*/ 2055458 w 3567129"/>
              <a:gd name="connsiteY667" fmla="*/ 1481703 h 3760598"/>
              <a:gd name="connsiteX668" fmla="*/ 1946424 w 3567129"/>
              <a:gd name="connsiteY668" fmla="*/ 1596721 h 3760598"/>
              <a:gd name="connsiteX669" fmla="*/ 1845959 w 3567129"/>
              <a:gd name="connsiteY669" fmla="*/ 1526473 h 3760598"/>
              <a:gd name="connsiteX670" fmla="*/ 1837747 w 3567129"/>
              <a:gd name="connsiteY670" fmla="*/ 1483570 h 3760598"/>
              <a:gd name="connsiteX671" fmla="*/ 1839508 w 3567129"/>
              <a:gd name="connsiteY671" fmla="*/ 1483570 h 3760598"/>
              <a:gd name="connsiteX672" fmla="*/ 1621440 w 3567129"/>
              <a:gd name="connsiteY672" fmla="*/ 1253533 h 3760598"/>
              <a:gd name="connsiteX673" fmla="*/ 1420509 w 3567129"/>
              <a:gd name="connsiteY673" fmla="*/ 1394029 h 3760598"/>
              <a:gd name="connsiteX674" fmla="*/ 1404532 w 3567129"/>
              <a:gd name="connsiteY674" fmla="*/ 1477510 h 3760598"/>
              <a:gd name="connsiteX675" fmla="*/ 1401020 w 3567129"/>
              <a:gd name="connsiteY675" fmla="*/ 1477510 h 3760598"/>
              <a:gd name="connsiteX676" fmla="*/ 1291986 w 3567129"/>
              <a:gd name="connsiteY676" fmla="*/ 1592529 h 3760598"/>
              <a:gd name="connsiteX677" fmla="*/ 1191520 w 3567129"/>
              <a:gd name="connsiteY677" fmla="*/ 1522281 h 3760598"/>
              <a:gd name="connsiteX678" fmla="*/ 1189775 w 3567129"/>
              <a:gd name="connsiteY678" fmla="*/ 1513161 h 3760598"/>
              <a:gd name="connsiteX679" fmla="*/ 1189775 w 3567129"/>
              <a:gd name="connsiteY679" fmla="*/ 1253533 h 3760598"/>
              <a:gd name="connsiteX680" fmla="*/ 1189286 w 3567129"/>
              <a:gd name="connsiteY680" fmla="*/ 1253533 h 3760598"/>
              <a:gd name="connsiteX681" fmla="*/ 1188800 w 3567129"/>
              <a:gd name="connsiteY681" fmla="*/ 1253533 h 3760598"/>
              <a:gd name="connsiteX682" fmla="*/ 1188311 w 3567129"/>
              <a:gd name="connsiteY682" fmla="*/ 1253533 h 3760598"/>
              <a:gd name="connsiteX683" fmla="*/ 1188311 w 3567129"/>
              <a:gd name="connsiteY683" fmla="*/ 1513161 h 3760598"/>
              <a:gd name="connsiteX684" fmla="*/ 1186566 w 3567129"/>
              <a:gd name="connsiteY684" fmla="*/ 1522281 h 3760598"/>
              <a:gd name="connsiteX685" fmla="*/ 1086100 w 3567129"/>
              <a:gd name="connsiteY685" fmla="*/ 1592529 h 3760598"/>
              <a:gd name="connsiteX686" fmla="*/ 977066 w 3567129"/>
              <a:gd name="connsiteY686" fmla="*/ 1477510 h 3760598"/>
              <a:gd name="connsiteX687" fmla="*/ 973554 w 3567129"/>
              <a:gd name="connsiteY687" fmla="*/ 1477510 h 3760598"/>
              <a:gd name="connsiteX688" fmla="*/ 957577 w 3567129"/>
              <a:gd name="connsiteY688" fmla="*/ 1394029 h 3760598"/>
              <a:gd name="connsiteX689" fmla="*/ 756646 w 3567129"/>
              <a:gd name="connsiteY689" fmla="*/ 1253533 h 3760598"/>
              <a:gd name="connsiteX690" fmla="*/ 538578 w 3567129"/>
              <a:gd name="connsiteY690" fmla="*/ 1483570 h 3760598"/>
              <a:gd name="connsiteX691" fmla="*/ 540339 w 3567129"/>
              <a:gd name="connsiteY691" fmla="*/ 1483570 h 3760598"/>
              <a:gd name="connsiteX692" fmla="*/ 532127 w 3567129"/>
              <a:gd name="connsiteY692" fmla="*/ 1526473 h 3760598"/>
              <a:gd name="connsiteX693" fmla="*/ 431662 w 3567129"/>
              <a:gd name="connsiteY693" fmla="*/ 1596721 h 3760598"/>
              <a:gd name="connsiteX694" fmla="*/ 322628 w 3567129"/>
              <a:gd name="connsiteY694" fmla="*/ 1481703 h 3760598"/>
              <a:gd name="connsiteX695" fmla="*/ 319116 w 3567129"/>
              <a:gd name="connsiteY695" fmla="*/ 1481703 h 3760598"/>
              <a:gd name="connsiteX696" fmla="*/ 303139 w 3567129"/>
              <a:gd name="connsiteY696" fmla="*/ 1398221 h 3760598"/>
              <a:gd name="connsiteX697" fmla="*/ 102208 w 3567129"/>
              <a:gd name="connsiteY697" fmla="*/ 1257725 h 3760598"/>
              <a:gd name="connsiteX698" fmla="*/ 17326 w 3567129"/>
              <a:gd name="connsiteY698" fmla="*/ 1275803 h 3760598"/>
              <a:gd name="connsiteX699" fmla="*/ 0 w 3567129"/>
              <a:gd name="connsiteY699" fmla="*/ 1288125 h 3760598"/>
              <a:gd name="connsiteX700" fmla="*/ 0 w 3567129"/>
              <a:gd name="connsiteY700" fmla="*/ 1253533 h 3760598"/>
              <a:gd name="connsiteX701" fmla="*/ 975 w 3567129"/>
              <a:gd name="connsiteY701" fmla="*/ 1253533 h 3760598"/>
              <a:gd name="connsiteX702" fmla="*/ 975 w 3567129"/>
              <a:gd name="connsiteY702" fmla="*/ 993873 h 3760598"/>
              <a:gd name="connsiteX703" fmla="*/ 2715 w 3567129"/>
              <a:gd name="connsiteY703" fmla="*/ 984784 h 3760598"/>
              <a:gd name="connsiteX704" fmla="*/ 103180 w 3567129"/>
              <a:gd name="connsiteY704" fmla="*/ 914536 h 3760598"/>
              <a:gd name="connsiteX705" fmla="*/ 212214 w 3567129"/>
              <a:gd name="connsiteY705" fmla="*/ 1029554 h 3760598"/>
              <a:gd name="connsiteX706" fmla="*/ 215728 w 3567129"/>
              <a:gd name="connsiteY706" fmla="*/ 1029554 h 3760598"/>
              <a:gd name="connsiteX707" fmla="*/ 231705 w 3567129"/>
              <a:gd name="connsiteY707" fmla="*/ 1113036 h 3760598"/>
              <a:gd name="connsiteX708" fmla="*/ 432636 w 3567129"/>
              <a:gd name="connsiteY708" fmla="*/ 1253532 h 3760598"/>
              <a:gd name="connsiteX709" fmla="*/ 650704 w 3567129"/>
              <a:gd name="connsiteY709" fmla="*/ 1023495 h 3760598"/>
              <a:gd name="connsiteX710" fmla="*/ 648941 w 3567129"/>
              <a:gd name="connsiteY710" fmla="*/ 1023495 h 3760598"/>
              <a:gd name="connsiteX711" fmla="*/ 657153 w 3567129"/>
              <a:gd name="connsiteY711" fmla="*/ 980592 h 3760598"/>
              <a:gd name="connsiteX712" fmla="*/ 757618 w 3567129"/>
              <a:gd name="connsiteY712" fmla="*/ 910344 h 3760598"/>
              <a:gd name="connsiteX713" fmla="*/ 3135462 w 3567129"/>
              <a:gd name="connsiteY713" fmla="*/ 512681 h 3760598"/>
              <a:gd name="connsiteX714" fmla="*/ 3244496 w 3567129"/>
              <a:gd name="connsiteY714" fmla="*/ 627700 h 3760598"/>
              <a:gd name="connsiteX715" fmla="*/ 3248010 w 3567129"/>
              <a:gd name="connsiteY715" fmla="*/ 627700 h 3760598"/>
              <a:gd name="connsiteX716" fmla="*/ 3263987 w 3567129"/>
              <a:gd name="connsiteY716" fmla="*/ 711181 h 3760598"/>
              <a:gd name="connsiteX717" fmla="*/ 3464918 w 3567129"/>
              <a:gd name="connsiteY717" fmla="*/ 851677 h 3760598"/>
              <a:gd name="connsiteX718" fmla="*/ 3549800 w 3567129"/>
              <a:gd name="connsiteY718" fmla="*/ 833600 h 3760598"/>
              <a:gd name="connsiteX719" fmla="*/ 3567129 w 3567129"/>
              <a:gd name="connsiteY719" fmla="*/ 821275 h 3760598"/>
              <a:gd name="connsiteX720" fmla="*/ 3567129 w 3567129"/>
              <a:gd name="connsiteY720" fmla="*/ 1054943 h 3760598"/>
              <a:gd name="connsiteX721" fmla="*/ 3565382 w 3567129"/>
              <a:gd name="connsiteY721" fmla="*/ 1064073 h 3760598"/>
              <a:gd name="connsiteX722" fmla="*/ 3464916 w 3567129"/>
              <a:gd name="connsiteY722" fmla="*/ 1134321 h 3760598"/>
              <a:gd name="connsiteX723" fmla="*/ 3355882 w 3567129"/>
              <a:gd name="connsiteY723" fmla="*/ 1019303 h 3760598"/>
              <a:gd name="connsiteX724" fmla="*/ 3352370 w 3567129"/>
              <a:gd name="connsiteY724" fmla="*/ 1019303 h 3760598"/>
              <a:gd name="connsiteX725" fmla="*/ 3336393 w 3567129"/>
              <a:gd name="connsiteY725" fmla="*/ 935821 h 3760598"/>
              <a:gd name="connsiteX726" fmla="*/ 3135462 w 3567129"/>
              <a:gd name="connsiteY726" fmla="*/ 795325 h 3760598"/>
              <a:gd name="connsiteX727" fmla="*/ 2917394 w 3567129"/>
              <a:gd name="connsiteY727" fmla="*/ 1025362 h 3760598"/>
              <a:gd name="connsiteX728" fmla="*/ 2919155 w 3567129"/>
              <a:gd name="connsiteY728" fmla="*/ 1025362 h 3760598"/>
              <a:gd name="connsiteX729" fmla="*/ 2910943 w 3567129"/>
              <a:gd name="connsiteY729" fmla="*/ 1068265 h 3760598"/>
              <a:gd name="connsiteX730" fmla="*/ 2810478 w 3567129"/>
              <a:gd name="connsiteY730" fmla="*/ 1138513 h 3760598"/>
              <a:gd name="connsiteX731" fmla="*/ 2701444 w 3567129"/>
              <a:gd name="connsiteY731" fmla="*/ 1023495 h 3760598"/>
              <a:gd name="connsiteX732" fmla="*/ 2697932 w 3567129"/>
              <a:gd name="connsiteY732" fmla="*/ 1023495 h 3760598"/>
              <a:gd name="connsiteX733" fmla="*/ 2681955 w 3567129"/>
              <a:gd name="connsiteY733" fmla="*/ 940013 h 3760598"/>
              <a:gd name="connsiteX734" fmla="*/ 2481024 w 3567129"/>
              <a:gd name="connsiteY734" fmla="*/ 799517 h 3760598"/>
              <a:gd name="connsiteX735" fmla="*/ 2396142 w 3567129"/>
              <a:gd name="connsiteY735" fmla="*/ 817595 h 3760598"/>
              <a:gd name="connsiteX736" fmla="*/ 2378818 w 3567129"/>
              <a:gd name="connsiteY736" fmla="*/ 829916 h 3760598"/>
              <a:gd name="connsiteX737" fmla="*/ 2378818 w 3567129"/>
              <a:gd name="connsiteY737" fmla="*/ 596215 h 3760598"/>
              <a:gd name="connsiteX738" fmla="*/ 2380559 w 3567129"/>
              <a:gd name="connsiteY738" fmla="*/ 587121 h 3760598"/>
              <a:gd name="connsiteX739" fmla="*/ 2481024 w 3567129"/>
              <a:gd name="connsiteY739" fmla="*/ 516873 h 3760598"/>
              <a:gd name="connsiteX740" fmla="*/ 2590058 w 3567129"/>
              <a:gd name="connsiteY740" fmla="*/ 631892 h 3760598"/>
              <a:gd name="connsiteX741" fmla="*/ 2593572 w 3567129"/>
              <a:gd name="connsiteY741" fmla="*/ 631892 h 3760598"/>
              <a:gd name="connsiteX742" fmla="*/ 2609549 w 3567129"/>
              <a:gd name="connsiteY742" fmla="*/ 715373 h 3760598"/>
              <a:gd name="connsiteX743" fmla="*/ 2810480 w 3567129"/>
              <a:gd name="connsiteY743" fmla="*/ 855869 h 3760598"/>
              <a:gd name="connsiteX744" fmla="*/ 3028548 w 3567129"/>
              <a:gd name="connsiteY744" fmla="*/ 625832 h 3760598"/>
              <a:gd name="connsiteX745" fmla="*/ 3026785 w 3567129"/>
              <a:gd name="connsiteY745" fmla="*/ 625832 h 3760598"/>
              <a:gd name="connsiteX746" fmla="*/ 3034997 w 3567129"/>
              <a:gd name="connsiteY746" fmla="*/ 582929 h 3760598"/>
              <a:gd name="connsiteX747" fmla="*/ 3135462 w 3567129"/>
              <a:gd name="connsiteY747" fmla="*/ 512681 h 3760598"/>
              <a:gd name="connsiteX748" fmla="*/ 757619 w 3567129"/>
              <a:gd name="connsiteY748" fmla="*/ 512681 h 3760598"/>
              <a:gd name="connsiteX749" fmla="*/ 866653 w 3567129"/>
              <a:gd name="connsiteY749" fmla="*/ 627700 h 3760598"/>
              <a:gd name="connsiteX750" fmla="*/ 870167 w 3567129"/>
              <a:gd name="connsiteY750" fmla="*/ 627700 h 3760598"/>
              <a:gd name="connsiteX751" fmla="*/ 886144 w 3567129"/>
              <a:gd name="connsiteY751" fmla="*/ 711181 h 3760598"/>
              <a:gd name="connsiteX752" fmla="*/ 1087075 w 3567129"/>
              <a:gd name="connsiteY752" fmla="*/ 851677 h 3760598"/>
              <a:gd name="connsiteX753" fmla="*/ 1171957 w 3567129"/>
              <a:gd name="connsiteY753" fmla="*/ 833600 h 3760598"/>
              <a:gd name="connsiteX754" fmla="*/ 1188800 w 3567129"/>
              <a:gd name="connsiteY754" fmla="*/ 821621 h 3760598"/>
              <a:gd name="connsiteX755" fmla="*/ 1188800 w 3567129"/>
              <a:gd name="connsiteY755" fmla="*/ 821275 h 3760598"/>
              <a:gd name="connsiteX756" fmla="*/ 1189043 w 3567129"/>
              <a:gd name="connsiteY756" fmla="*/ 821448 h 3760598"/>
              <a:gd name="connsiteX757" fmla="*/ 1189286 w 3567129"/>
              <a:gd name="connsiteY757" fmla="*/ 821275 h 3760598"/>
              <a:gd name="connsiteX758" fmla="*/ 1189286 w 3567129"/>
              <a:gd name="connsiteY758" fmla="*/ 821621 h 3760598"/>
              <a:gd name="connsiteX759" fmla="*/ 1206129 w 3567129"/>
              <a:gd name="connsiteY759" fmla="*/ 833600 h 3760598"/>
              <a:gd name="connsiteX760" fmla="*/ 1291011 w 3567129"/>
              <a:gd name="connsiteY760" fmla="*/ 851677 h 3760598"/>
              <a:gd name="connsiteX761" fmla="*/ 1491942 w 3567129"/>
              <a:gd name="connsiteY761" fmla="*/ 711181 h 3760598"/>
              <a:gd name="connsiteX762" fmla="*/ 1507919 w 3567129"/>
              <a:gd name="connsiteY762" fmla="*/ 627700 h 3760598"/>
              <a:gd name="connsiteX763" fmla="*/ 1511433 w 3567129"/>
              <a:gd name="connsiteY763" fmla="*/ 627700 h 3760598"/>
              <a:gd name="connsiteX764" fmla="*/ 1620467 w 3567129"/>
              <a:gd name="connsiteY764" fmla="*/ 512681 h 3760598"/>
              <a:gd name="connsiteX765" fmla="*/ 1720932 w 3567129"/>
              <a:gd name="connsiteY765" fmla="*/ 582929 h 3760598"/>
              <a:gd name="connsiteX766" fmla="*/ 1729144 w 3567129"/>
              <a:gd name="connsiteY766" fmla="*/ 625832 h 3760598"/>
              <a:gd name="connsiteX767" fmla="*/ 1727381 w 3567129"/>
              <a:gd name="connsiteY767" fmla="*/ 625832 h 3760598"/>
              <a:gd name="connsiteX768" fmla="*/ 1945449 w 3567129"/>
              <a:gd name="connsiteY768" fmla="*/ 855869 h 3760598"/>
              <a:gd name="connsiteX769" fmla="*/ 2146380 w 3567129"/>
              <a:gd name="connsiteY769" fmla="*/ 715373 h 3760598"/>
              <a:gd name="connsiteX770" fmla="*/ 2162357 w 3567129"/>
              <a:gd name="connsiteY770" fmla="*/ 631892 h 3760598"/>
              <a:gd name="connsiteX771" fmla="*/ 2165871 w 3567129"/>
              <a:gd name="connsiteY771" fmla="*/ 631892 h 3760598"/>
              <a:gd name="connsiteX772" fmla="*/ 2274905 w 3567129"/>
              <a:gd name="connsiteY772" fmla="*/ 516873 h 3760598"/>
              <a:gd name="connsiteX773" fmla="*/ 2375370 w 3567129"/>
              <a:gd name="connsiteY773" fmla="*/ 587121 h 3760598"/>
              <a:gd name="connsiteX774" fmla="*/ 2377111 w 3567129"/>
              <a:gd name="connsiteY774" fmla="*/ 596215 h 3760598"/>
              <a:gd name="connsiteX775" fmla="*/ 2377111 w 3567129"/>
              <a:gd name="connsiteY775" fmla="*/ 829916 h 3760598"/>
              <a:gd name="connsiteX776" fmla="*/ 2359787 w 3567129"/>
              <a:gd name="connsiteY776" fmla="*/ 817595 h 3760598"/>
              <a:gd name="connsiteX777" fmla="*/ 2274905 w 3567129"/>
              <a:gd name="connsiteY777" fmla="*/ 799517 h 3760598"/>
              <a:gd name="connsiteX778" fmla="*/ 2073974 w 3567129"/>
              <a:gd name="connsiteY778" fmla="*/ 940013 h 3760598"/>
              <a:gd name="connsiteX779" fmla="*/ 2057997 w 3567129"/>
              <a:gd name="connsiteY779" fmla="*/ 1023495 h 3760598"/>
              <a:gd name="connsiteX780" fmla="*/ 2054485 w 3567129"/>
              <a:gd name="connsiteY780" fmla="*/ 1023495 h 3760598"/>
              <a:gd name="connsiteX781" fmla="*/ 1945451 w 3567129"/>
              <a:gd name="connsiteY781" fmla="*/ 1138513 h 3760598"/>
              <a:gd name="connsiteX782" fmla="*/ 1844986 w 3567129"/>
              <a:gd name="connsiteY782" fmla="*/ 1068265 h 3760598"/>
              <a:gd name="connsiteX783" fmla="*/ 1836774 w 3567129"/>
              <a:gd name="connsiteY783" fmla="*/ 1025362 h 3760598"/>
              <a:gd name="connsiteX784" fmla="*/ 1838535 w 3567129"/>
              <a:gd name="connsiteY784" fmla="*/ 1025362 h 3760598"/>
              <a:gd name="connsiteX785" fmla="*/ 1620467 w 3567129"/>
              <a:gd name="connsiteY785" fmla="*/ 795325 h 3760598"/>
              <a:gd name="connsiteX786" fmla="*/ 1419536 w 3567129"/>
              <a:gd name="connsiteY786" fmla="*/ 935821 h 3760598"/>
              <a:gd name="connsiteX787" fmla="*/ 1403559 w 3567129"/>
              <a:gd name="connsiteY787" fmla="*/ 1019303 h 3760598"/>
              <a:gd name="connsiteX788" fmla="*/ 1400047 w 3567129"/>
              <a:gd name="connsiteY788" fmla="*/ 1019303 h 3760598"/>
              <a:gd name="connsiteX789" fmla="*/ 1291013 w 3567129"/>
              <a:gd name="connsiteY789" fmla="*/ 1134321 h 3760598"/>
              <a:gd name="connsiteX790" fmla="*/ 1190547 w 3567129"/>
              <a:gd name="connsiteY790" fmla="*/ 1064073 h 3760598"/>
              <a:gd name="connsiteX791" fmla="*/ 1189043 w 3567129"/>
              <a:gd name="connsiteY791" fmla="*/ 1056213 h 3760598"/>
              <a:gd name="connsiteX792" fmla="*/ 1187539 w 3567129"/>
              <a:gd name="connsiteY792" fmla="*/ 1064073 h 3760598"/>
              <a:gd name="connsiteX793" fmla="*/ 1087073 w 3567129"/>
              <a:gd name="connsiteY793" fmla="*/ 1134321 h 3760598"/>
              <a:gd name="connsiteX794" fmla="*/ 978039 w 3567129"/>
              <a:gd name="connsiteY794" fmla="*/ 1019303 h 3760598"/>
              <a:gd name="connsiteX795" fmla="*/ 974527 w 3567129"/>
              <a:gd name="connsiteY795" fmla="*/ 1019303 h 3760598"/>
              <a:gd name="connsiteX796" fmla="*/ 958550 w 3567129"/>
              <a:gd name="connsiteY796" fmla="*/ 935821 h 3760598"/>
              <a:gd name="connsiteX797" fmla="*/ 757619 w 3567129"/>
              <a:gd name="connsiteY797" fmla="*/ 795325 h 3760598"/>
              <a:gd name="connsiteX798" fmla="*/ 539551 w 3567129"/>
              <a:gd name="connsiteY798" fmla="*/ 1025362 h 3760598"/>
              <a:gd name="connsiteX799" fmla="*/ 541312 w 3567129"/>
              <a:gd name="connsiteY799" fmla="*/ 1025362 h 3760598"/>
              <a:gd name="connsiteX800" fmla="*/ 533100 w 3567129"/>
              <a:gd name="connsiteY800" fmla="*/ 1068265 h 3760598"/>
              <a:gd name="connsiteX801" fmla="*/ 432635 w 3567129"/>
              <a:gd name="connsiteY801" fmla="*/ 1138513 h 3760598"/>
              <a:gd name="connsiteX802" fmla="*/ 323601 w 3567129"/>
              <a:gd name="connsiteY802" fmla="*/ 1023495 h 3760598"/>
              <a:gd name="connsiteX803" fmla="*/ 320089 w 3567129"/>
              <a:gd name="connsiteY803" fmla="*/ 1023495 h 3760598"/>
              <a:gd name="connsiteX804" fmla="*/ 304112 w 3567129"/>
              <a:gd name="connsiteY804" fmla="*/ 940013 h 3760598"/>
              <a:gd name="connsiteX805" fmla="*/ 103181 w 3567129"/>
              <a:gd name="connsiteY805" fmla="*/ 799517 h 3760598"/>
              <a:gd name="connsiteX806" fmla="*/ 18299 w 3567129"/>
              <a:gd name="connsiteY806" fmla="*/ 817595 h 3760598"/>
              <a:gd name="connsiteX807" fmla="*/ 975 w 3567129"/>
              <a:gd name="connsiteY807" fmla="*/ 829916 h 3760598"/>
              <a:gd name="connsiteX808" fmla="*/ 975 w 3567129"/>
              <a:gd name="connsiteY808" fmla="*/ 596215 h 3760598"/>
              <a:gd name="connsiteX809" fmla="*/ 2716 w 3567129"/>
              <a:gd name="connsiteY809" fmla="*/ 587121 h 3760598"/>
              <a:gd name="connsiteX810" fmla="*/ 103181 w 3567129"/>
              <a:gd name="connsiteY810" fmla="*/ 516873 h 3760598"/>
              <a:gd name="connsiteX811" fmla="*/ 212215 w 3567129"/>
              <a:gd name="connsiteY811" fmla="*/ 631892 h 3760598"/>
              <a:gd name="connsiteX812" fmla="*/ 215729 w 3567129"/>
              <a:gd name="connsiteY812" fmla="*/ 631892 h 3760598"/>
              <a:gd name="connsiteX813" fmla="*/ 231706 w 3567129"/>
              <a:gd name="connsiteY813" fmla="*/ 715373 h 3760598"/>
              <a:gd name="connsiteX814" fmla="*/ 432637 w 3567129"/>
              <a:gd name="connsiteY814" fmla="*/ 855869 h 3760598"/>
              <a:gd name="connsiteX815" fmla="*/ 650705 w 3567129"/>
              <a:gd name="connsiteY815" fmla="*/ 625832 h 3760598"/>
              <a:gd name="connsiteX816" fmla="*/ 648942 w 3567129"/>
              <a:gd name="connsiteY816" fmla="*/ 625832 h 3760598"/>
              <a:gd name="connsiteX817" fmla="*/ 657154 w 3567129"/>
              <a:gd name="connsiteY817" fmla="*/ 582929 h 3760598"/>
              <a:gd name="connsiteX818" fmla="*/ 757619 w 3567129"/>
              <a:gd name="connsiteY818" fmla="*/ 512681 h 3760598"/>
              <a:gd name="connsiteX819" fmla="*/ 3135463 w 3567129"/>
              <a:gd name="connsiteY819" fmla="*/ 115019 h 3760598"/>
              <a:gd name="connsiteX820" fmla="*/ 3244497 w 3567129"/>
              <a:gd name="connsiteY820" fmla="*/ 230037 h 3760598"/>
              <a:gd name="connsiteX821" fmla="*/ 3248011 w 3567129"/>
              <a:gd name="connsiteY821" fmla="*/ 230037 h 3760598"/>
              <a:gd name="connsiteX822" fmla="*/ 3263988 w 3567129"/>
              <a:gd name="connsiteY822" fmla="*/ 313519 h 3760598"/>
              <a:gd name="connsiteX823" fmla="*/ 3464919 w 3567129"/>
              <a:gd name="connsiteY823" fmla="*/ 454015 h 3760598"/>
              <a:gd name="connsiteX824" fmla="*/ 3549801 w 3567129"/>
              <a:gd name="connsiteY824" fmla="*/ 435937 h 3760598"/>
              <a:gd name="connsiteX825" fmla="*/ 3567129 w 3567129"/>
              <a:gd name="connsiteY825" fmla="*/ 423614 h 3760598"/>
              <a:gd name="connsiteX826" fmla="*/ 3567129 w 3567129"/>
              <a:gd name="connsiteY826" fmla="*/ 657286 h 3760598"/>
              <a:gd name="connsiteX827" fmla="*/ 3565383 w 3567129"/>
              <a:gd name="connsiteY827" fmla="*/ 666411 h 3760598"/>
              <a:gd name="connsiteX828" fmla="*/ 3464917 w 3567129"/>
              <a:gd name="connsiteY828" fmla="*/ 736659 h 3760598"/>
              <a:gd name="connsiteX829" fmla="*/ 3355883 w 3567129"/>
              <a:gd name="connsiteY829" fmla="*/ 621640 h 3760598"/>
              <a:gd name="connsiteX830" fmla="*/ 3352371 w 3567129"/>
              <a:gd name="connsiteY830" fmla="*/ 621640 h 3760598"/>
              <a:gd name="connsiteX831" fmla="*/ 3336394 w 3567129"/>
              <a:gd name="connsiteY831" fmla="*/ 538159 h 3760598"/>
              <a:gd name="connsiteX832" fmla="*/ 3135463 w 3567129"/>
              <a:gd name="connsiteY832" fmla="*/ 397663 h 3760598"/>
              <a:gd name="connsiteX833" fmla="*/ 2917395 w 3567129"/>
              <a:gd name="connsiteY833" fmla="*/ 627700 h 3760598"/>
              <a:gd name="connsiteX834" fmla="*/ 2919156 w 3567129"/>
              <a:gd name="connsiteY834" fmla="*/ 627700 h 3760598"/>
              <a:gd name="connsiteX835" fmla="*/ 2910944 w 3567129"/>
              <a:gd name="connsiteY835" fmla="*/ 670603 h 3760598"/>
              <a:gd name="connsiteX836" fmla="*/ 2810479 w 3567129"/>
              <a:gd name="connsiteY836" fmla="*/ 740851 h 3760598"/>
              <a:gd name="connsiteX837" fmla="*/ 2701445 w 3567129"/>
              <a:gd name="connsiteY837" fmla="*/ 625832 h 3760598"/>
              <a:gd name="connsiteX838" fmla="*/ 2697933 w 3567129"/>
              <a:gd name="connsiteY838" fmla="*/ 625832 h 3760598"/>
              <a:gd name="connsiteX839" fmla="*/ 2681956 w 3567129"/>
              <a:gd name="connsiteY839" fmla="*/ 542351 h 3760598"/>
              <a:gd name="connsiteX840" fmla="*/ 2481025 w 3567129"/>
              <a:gd name="connsiteY840" fmla="*/ 401855 h 3760598"/>
              <a:gd name="connsiteX841" fmla="*/ 2396143 w 3567129"/>
              <a:gd name="connsiteY841" fmla="*/ 419932 h 3760598"/>
              <a:gd name="connsiteX842" fmla="*/ 2378818 w 3567129"/>
              <a:gd name="connsiteY842" fmla="*/ 432254 h 3760598"/>
              <a:gd name="connsiteX843" fmla="*/ 2378818 w 3567129"/>
              <a:gd name="connsiteY843" fmla="*/ 198558 h 3760598"/>
              <a:gd name="connsiteX844" fmla="*/ 2380560 w 3567129"/>
              <a:gd name="connsiteY844" fmla="*/ 189459 h 3760598"/>
              <a:gd name="connsiteX845" fmla="*/ 2481025 w 3567129"/>
              <a:gd name="connsiteY845" fmla="*/ 119211 h 3760598"/>
              <a:gd name="connsiteX846" fmla="*/ 2590059 w 3567129"/>
              <a:gd name="connsiteY846" fmla="*/ 234229 h 3760598"/>
              <a:gd name="connsiteX847" fmla="*/ 2593573 w 3567129"/>
              <a:gd name="connsiteY847" fmla="*/ 234229 h 3760598"/>
              <a:gd name="connsiteX848" fmla="*/ 2609550 w 3567129"/>
              <a:gd name="connsiteY848" fmla="*/ 317711 h 3760598"/>
              <a:gd name="connsiteX849" fmla="*/ 2810481 w 3567129"/>
              <a:gd name="connsiteY849" fmla="*/ 458207 h 3760598"/>
              <a:gd name="connsiteX850" fmla="*/ 3028549 w 3567129"/>
              <a:gd name="connsiteY850" fmla="*/ 228170 h 3760598"/>
              <a:gd name="connsiteX851" fmla="*/ 3026786 w 3567129"/>
              <a:gd name="connsiteY851" fmla="*/ 228170 h 3760598"/>
              <a:gd name="connsiteX852" fmla="*/ 3034998 w 3567129"/>
              <a:gd name="connsiteY852" fmla="*/ 185267 h 3760598"/>
              <a:gd name="connsiteX853" fmla="*/ 3135463 w 3567129"/>
              <a:gd name="connsiteY853" fmla="*/ 115019 h 3760598"/>
              <a:gd name="connsiteX854" fmla="*/ 757620 w 3567129"/>
              <a:gd name="connsiteY854" fmla="*/ 115019 h 3760598"/>
              <a:gd name="connsiteX855" fmla="*/ 866654 w 3567129"/>
              <a:gd name="connsiteY855" fmla="*/ 230037 h 3760598"/>
              <a:gd name="connsiteX856" fmla="*/ 870168 w 3567129"/>
              <a:gd name="connsiteY856" fmla="*/ 230037 h 3760598"/>
              <a:gd name="connsiteX857" fmla="*/ 886145 w 3567129"/>
              <a:gd name="connsiteY857" fmla="*/ 313519 h 3760598"/>
              <a:gd name="connsiteX858" fmla="*/ 1087076 w 3567129"/>
              <a:gd name="connsiteY858" fmla="*/ 454015 h 3760598"/>
              <a:gd name="connsiteX859" fmla="*/ 1171958 w 3567129"/>
              <a:gd name="connsiteY859" fmla="*/ 435937 h 3760598"/>
              <a:gd name="connsiteX860" fmla="*/ 1188800 w 3567129"/>
              <a:gd name="connsiteY860" fmla="*/ 423960 h 3760598"/>
              <a:gd name="connsiteX861" fmla="*/ 1188800 w 3567129"/>
              <a:gd name="connsiteY861" fmla="*/ 423614 h 3760598"/>
              <a:gd name="connsiteX862" fmla="*/ 1189043 w 3567129"/>
              <a:gd name="connsiteY862" fmla="*/ 423787 h 3760598"/>
              <a:gd name="connsiteX863" fmla="*/ 1189286 w 3567129"/>
              <a:gd name="connsiteY863" fmla="*/ 423614 h 3760598"/>
              <a:gd name="connsiteX864" fmla="*/ 1189286 w 3567129"/>
              <a:gd name="connsiteY864" fmla="*/ 423960 h 3760598"/>
              <a:gd name="connsiteX865" fmla="*/ 1206128 w 3567129"/>
              <a:gd name="connsiteY865" fmla="*/ 435937 h 3760598"/>
              <a:gd name="connsiteX866" fmla="*/ 1291010 w 3567129"/>
              <a:gd name="connsiteY866" fmla="*/ 454015 h 3760598"/>
              <a:gd name="connsiteX867" fmla="*/ 1491941 w 3567129"/>
              <a:gd name="connsiteY867" fmla="*/ 313519 h 3760598"/>
              <a:gd name="connsiteX868" fmla="*/ 1507918 w 3567129"/>
              <a:gd name="connsiteY868" fmla="*/ 230037 h 3760598"/>
              <a:gd name="connsiteX869" fmla="*/ 1511432 w 3567129"/>
              <a:gd name="connsiteY869" fmla="*/ 230037 h 3760598"/>
              <a:gd name="connsiteX870" fmla="*/ 1620466 w 3567129"/>
              <a:gd name="connsiteY870" fmla="*/ 115019 h 3760598"/>
              <a:gd name="connsiteX871" fmla="*/ 1720931 w 3567129"/>
              <a:gd name="connsiteY871" fmla="*/ 185267 h 3760598"/>
              <a:gd name="connsiteX872" fmla="*/ 1729143 w 3567129"/>
              <a:gd name="connsiteY872" fmla="*/ 228170 h 3760598"/>
              <a:gd name="connsiteX873" fmla="*/ 1727380 w 3567129"/>
              <a:gd name="connsiteY873" fmla="*/ 228170 h 3760598"/>
              <a:gd name="connsiteX874" fmla="*/ 1945448 w 3567129"/>
              <a:gd name="connsiteY874" fmla="*/ 458207 h 3760598"/>
              <a:gd name="connsiteX875" fmla="*/ 2146379 w 3567129"/>
              <a:gd name="connsiteY875" fmla="*/ 317711 h 3760598"/>
              <a:gd name="connsiteX876" fmla="*/ 2162356 w 3567129"/>
              <a:gd name="connsiteY876" fmla="*/ 234229 h 3760598"/>
              <a:gd name="connsiteX877" fmla="*/ 2165870 w 3567129"/>
              <a:gd name="connsiteY877" fmla="*/ 234229 h 3760598"/>
              <a:gd name="connsiteX878" fmla="*/ 2274904 w 3567129"/>
              <a:gd name="connsiteY878" fmla="*/ 119211 h 3760598"/>
              <a:gd name="connsiteX879" fmla="*/ 2375369 w 3567129"/>
              <a:gd name="connsiteY879" fmla="*/ 189459 h 3760598"/>
              <a:gd name="connsiteX880" fmla="*/ 2377111 w 3567129"/>
              <a:gd name="connsiteY880" fmla="*/ 198558 h 3760598"/>
              <a:gd name="connsiteX881" fmla="*/ 2377111 w 3567129"/>
              <a:gd name="connsiteY881" fmla="*/ 432254 h 3760598"/>
              <a:gd name="connsiteX882" fmla="*/ 2359786 w 3567129"/>
              <a:gd name="connsiteY882" fmla="*/ 419932 h 3760598"/>
              <a:gd name="connsiteX883" fmla="*/ 2274904 w 3567129"/>
              <a:gd name="connsiteY883" fmla="*/ 401855 h 3760598"/>
              <a:gd name="connsiteX884" fmla="*/ 2073973 w 3567129"/>
              <a:gd name="connsiteY884" fmla="*/ 542351 h 3760598"/>
              <a:gd name="connsiteX885" fmla="*/ 2057996 w 3567129"/>
              <a:gd name="connsiteY885" fmla="*/ 625832 h 3760598"/>
              <a:gd name="connsiteX886" fmla="*/ 2054484 w 3567129"/>
              <a:gd name="connsiteY886" fmla="*/ 625832 h 3760598"/>
              <a:gd name="connsiteX887" fmla="*/ 1945450 w 3567129"/>
              <a:gd name="connsiteY887" fmla="*/ 740851 h 3760598"/>
              <a:gd name="connsiteX888" fmla="*/ 1844985 w 3567129"/>
              <a:gd name="connsiteY888" fmla="*/ 670603 h 3760598"/>
              <a:gd name="connsiteX889" fmla="*/ 1836773 w 3567129"/>
              <a:gd name="connsiteY889" fmla="*/ 627700 h 3760598"/>
              <a:gd name="connsiteX890" fmla="*/ 1838534 w 3567129"/>
              <a:gd name="connsiteY890" fmla="*/ 627700 h 3760598"/>
              <a:gd name="connsiteX891" fmla="*/ 1620466 w 3567129"/>
              <a:gd name="connsiteY891" fmla="*/ 397663 h 3760598"/>
              <a:gd name="connsiteX892" fmla="*/ 1419535 w 3567129"/>
              <a:gd name="connsiteY892" fmla="*/ 538159 h 3760598"/>
              <a:gd name="connsiteX893" fmla="*/ 1403558 w 3567129"/>
              <a:gd name="connsiteY893" fmla="*/ 621640 h 3760598"/>
              <a:gd name="connsiteX894" fmla="*/ 1400046 w 3567129"/>
              <a:gd name="connsiteY894" fmla="*/ 621640 h 3760598"/>
              <a:gd name="connsiteX895" fmla="*/ 1291012 w 3567129"/>
              <a:gd name="connsiteY895" fmla="*/ 736659 h 3760598"/>
              <a:gd name="connsiteX896" fmla="*/ 1190546 w 3567129"/>
              <a:gd name="connsiteY896" fmla="*/ 666411 h 3760598"/>
              <a:gd name="connsiteX897" fmla="*/ 1189043 w 3567129"/>
              <a:gd name="connsiteY897" fmla="*/ 658556 h 3760598"/>
              <a:gd name="connsiteX898" fmla="*/ 1187540 w 3567129"/>
              <a:gd name="connsiteY898" fmla="*/ 666411 h 3760598"/>
              <a:gd name="connsiteX899" fmla="*/ 1087074 w 3567129"/>
              <a:gd name="connsiteY899" fmla="*/ 736659 h 3760598"/>
              <a:gd name="connsiteX900" fmla="*/ 978040 w 3567129"/>
              <a:gd name="connsiteY900" fmla="*/ 621640 h 3760598"/>
              <a:gd name="connsiteX901" fmla="*/ 974528 w 3567129"/>
              <a:gd name="connsiteY901" fmla="*/ 621640 h 3760598"/>
              <a:gd name="connsiteX902" fmla="*/ 958551 w 3567129"/>
              <a:gd name="connsiteY902" fmla="*/ 538159 h 3760598"/>
              <a:gd name="connsiteX903" fmla="*/ 757620 w 3567129"/>
              <a:gd name="connsiteY903" fmla="*/ 397663 h 3760598"/>
              <a:gd name="connsiteX904" fmla="*/ 539552 w 3567129"/>
              <a:gd name="connsiteY904" fmla="*/ 627700 h 3760598"/>
              <a:gd name="connsiteX905" fmla="*/ 541313 w 3567129"/>
              <a:gd name="connsiteY905" fmla="*/ 627700 h 3760598"/>
              <a:gd name="connsiteX906" fmla="*/ 533101 w 3567129"/>
              <a:gd name="connsiteY906" fmla="*/ 670603 h 3760598"/>
              <a:gd name="connsiteX907" fmla="*/ 432636 w 3567129"/>
              <a:gd name="connsiteY907" fmla="*/ 740851 h 3760598"/>
              <a:gd name="connsiteX908" fmla="*/ 323602 w 3567129"/>
              <a:gd name="connsiteY908" fmla="*/ 625832 h 3760598"/>
              <a:gd name="connsiteX909" fmla="*/ 320090 w 3567129"/>
              <a:gd name="connsiteY909" fmla="*/ 625832 h 3760598"/>
              <a:gd name="connsiteX910" fmla="*/ 304113 w 3567129"/>
              <a:gd name="connsiteY910" fmla="*/ 542351 h 3760598"/>
              <a:gd name="connsiteX911" fmla="*/ 103182 w 3567129"/>
              <a:gd name="connsiteY911" fmla="*/ 401855 h 3760598"/>
              <a:gd name="connsiteX912" fmla="*/ 18300 w 3567129"/>
              <a:gd name="connsiteY912" fmla="*/ 419932 h 3760598"/>
              <a:gd name="connsiteX913" fmla="*/ 975 w 3567129"/>
              <a:gd name="connsiteY913" fmla="*/ 432254 h 3760598"/>
              <a:gd name="connsiteX914" fmla="*/ 975 w 3567129"/>
              <a:gd name="connsiteY914" fmla="*/ 198558 h 3760598"/>
              <a:gd name="connsiteX915" fmla="*/ 2717 w 3567129"/>
              <a:gd name="connsiteY915" fmla="*/ 189459 h 3760598"/>
              <a:gd name="connsiteX916" fmla="*/ 103182 w 3567129"/>
              <a:gd name="connsiteY916" fmla="*/ 119211 h 3760598"/>
              <a:gd name="connsiteX917" fmla="*/ 212216 w 3567129"/>
              <a:gd name="connsiteY917" fmla="*/ 234229 h 3760598"/>
              <a:gd name="connsiteX918" fmla="*/ 215730 w 3567129"/>
              <a:gd name="connsiteY918" fmla="*/ 234229 h 3760598"/>
              <a:gd name="connsiteX919" fmla="*/ 231707 w 3567129"/>
              <a:gd name="connsiteY919" fmla="*/ 317711 h 3760598"/>
              <a:gd name="connsiteX920" fmla="*/ 432638 w 3567129"/>
              <a:gd name="connsiteY920" fmla="*/ 458207 h 3760598"/>
              <a:gd name="connsiteX921" fmla="*/ 650706 w 3567129"/>
              <a:gd name="connsiteY921" fmla="*/ 228170 h 3760598"/>
              <a:gd name="connsiteX922" fmla="*/ 648943 w 3567129"/>
              <a:gd name="connsiteY922" fmla="*/ 228170 h 3760598"/>
              <a:gd name="connsiteX923" fmla="*/ 657155 w 3567129"/>
              <a:gd name="connsiteY923" fmla="*/ 185267 h 3760598"/>
              <a:gd name="connsiteX924" fmla="*/ 757620 w 3567129"/>
              <a:gd name="connsiteY924" fmla="*/ 115019 h 3760598"/>
              <a:gd name="connsiteX925" fmla="*/ 3135464 w 3567129"/>
              <a:gd name="connsiteY925" fmla="*/ 0 h 3760598"/>
              <a:gd name="connsiteX926" fmla="*/ 3567129 w 3567129"/>
              <a:gd name="connsiteY926" fmla="*/ 0 h 3760598"/>
              <a:gd name="connsiteX927" fmla="*/ 3567129 w 3567129"/>
              <a:gd name="connsiteY927" fmla="*/ 259629 h 3760598"/>
              <a:gd name="connsiteX928" fmla="*/ 3565384 w 3567129"/>
              <a:gd name="connsiteY928" fmla="*/ 268748 h 3760598"/>
              <a:gd name="connsiteX929" fmla="*/ 3464918 w 3567129"/>
              <a:gd name="connsiteY929" fmla="*/ 338996 h 3760598"/>
              <a:gd name="connsiteX930" fmla="*/ 3355884 w 3567129"/>
              <a:gd name="connsiteY930" fmla="*/ 223978 h 3760598"/>
              <a:gd name="connsiteX931" fmla="*/ 3352372 w 3567129"/>
              <a:gd name="connsiteY931" fmla="*/ 223978 h 3760598"/>
              <a:gd name="connsiteX932" fmla="*/ 3336395 w 3567129"/>
              <a:gd name="connsiteY932" fmla="*/ 140496 h 3760598"/>
              <a:gd name="connsiteX933" fmla="*/ 3135464 w 3567129"/>
              <a:gd name="connsiteY933" fmla="*/ 0 h 3760598"/>
              <a:gd name="connsiteX934" fmla="*/ 2378818 w 3567129"/>
              <a:gd name="connsiteY934" fmla="*/ 0 h 3760598"/>
              <a:gd name="connsiteX935" fmla="*/ 3135464 w 3567129"/>
              <a:gd name="connsiteY935" fmla="*/ 0 h 3760598"/>
              <a:gd name="connsiteX936" fmla="*/ 2917396 w 3567129"/>
              <a:gd name="connsiteY936" fmla="*/ 230037 h 3760598"/>
              <a:gd name="connsiteX937" fmla="*/ 2919157 w 3567129"/>
              <a:gd name="connsiteY937" fmla="*/ 230037 h 3760598"/>
              <a:gd name="connsiteX938" fmla="*/ 2910945 w 3567129"/>
              <a:gd name="connsiteY938" fmla="*/ 272940 h 3760598"/>
              <a:gd name="connsiteX939" fmla="*/ 2810480 w 3567129"/>
              <a:gd name="connsiteY939" fmla="*/ 343188 h 3760598"/>
              <a:gd name="connsiteX940" fmla="*/ 2701446 w 3567129"/>
              <a:gd name="connsiteY940" fmla="*/ 228170 h 3760598"/>
              <a:gd name="connsiteX941" fmla="*/ 2697934 w 3567129"/>
              <a:gd name="connsiteY941" fmla="*/ 228170 h 3760598"/>
              <a:gd name="connsiteX942" fmla="*/ 2681957 w 3567129"/>
              <a:gd name="connsiteY942" fmla="*/ 144688 h 3760598"/>
              <a:gd name="connsiteX943" fmla="*/ 2481026 w 3567129"/>
              <a:gd name="connsiteY943" fmla="*/ 4192 h 3760598"/>
              <a:gd name="connsiteX944" fmla="*/ 2396144 w 3567129"/>
              <a:gd name="connsiteY944" fmla="*/ 22270 h 3760598"/>
              <a:gd name="connsiteX945" fmla="*/ 2378818 w 3567129"/>
              <a:gd name="connsiteY945" fmla="*/ 34592 h 3760598"/>
              <a:gd name="connsiteX946" fmla="*/ 1620465 w 3567129"/>
              <a:gd name="connsiteY946" fmla="*/ 0 h 3760598"/>
              <a:gd name="connsiteX947" fmla="*/ 2377111 w 3567129"/>
              <a:gd name="connsiteY947" fmla="*/ 0 h 3760598"/>
              <a:gd name="connsiteX948" fmla="*/ 2377111 w 3567129"/>
              <a:gd name="connsiteY948" fmla="*/ 34592 h 3760598"/>
              <a:gd name="connsiteX949" fmla="*/ 2359785 w 3567129"/>
              <a:gd name="connsiteY949" fmla="*/ 22270 h 3760598"/>
              <a:gd name="connsiteX950" fmla="*/ 2274903 w 3567129"/>
              <a:gd name="connsiteY950" fmla="*/ 4192 h 3760598"/>
              <a:gd name="connsiteX951" fmla="*/ 2073972 w 3567129"/>
              <a:gd name="connsiteY951" fmla="*/ 144688 h 3760598"/>
              <a:gd name="connsiteX952" fmla="*/ 2057995 w 3567129"/>
              <a:gd name="connsiteY952" fmla="*/ 228170 h 3760598"/>
              <a:gd name="connsiteX953" fmla="*/ 2054483 w 3567129"/>
              <a:gd name="connsiteY953" fmla="*/ 228170 h 3760598"/>
              <a:gd name="connsiteX954" fmla="*/ 1945449 w 3567129"/>
              <a:gd name="connsiteY954" fmla="*/ 343188 h 3760598"/>
              <a:gd name="connsiteX955" fmla="*/ 1844984 w 3567129"/>
              <a:gd name="connsiteY955" fmla="*/ 272940 h 3760598"/>
              <a:gd name="connsiteX956" fmla="*/ 1836772 w 3567129"/>
              <a:gd name="connsiteY956" fmla="*/ 230037 h 3760598"/>
              <a:gd name="connsiteX957" fmla="*/ 1838533 w 3567129"/>
              <a:gd name="connsiteY957" fmla="*/ 230037 h 3760598"/>
              <a:gd name="connsiteX958" fmla="*/ 1620465 w 3567129"/>
              <a:gd name="connsiteY958" fmla="*/ 0 h 3760598"/>
              <a:gd name="connsiteX959" fmla="*/ 757621 w 3567129"/>
              <a:gd name="connsiteY959" fmla="*/ 0 h 3760598"/>
              <a:gd name="connsiteX960" fmla="*/ 1188800 w 3567129"/>
              <a:gd name="connsiteY960" fmla="*/ 0 h 3760598"/>
              <a:gd name="connsiteX961" fmla="*/ 1189286 w 3567129"/>
              <a:gd name="connsiteY961" fmla="*/ 0 h 3760598"/>
              <a:gd name="connsiteX962" fmla="*/ 1620465 w 3567129"/>
              <a:gd name="connsiteY962" fmla="*/ 0 h 3760598"/>
              <a:gd name="connsiteX963" fmla="*/ 1419534 w 3567129"/>
              <a:gd name="connsiteY963" fmla="*/ 140496 h 3760598"/>
              <a:gd name="connsiteX964" fmla="*/ 1403557 w 3567129"/>
              <a:gd name="connsiteY964" fmla="*/ 223978 h 3760598"/>
              <a:gd name="connsiteX965" fmla="*/ 1400045 w 3567129"/>
              <a:gd name="connsiteY965" fmla="*/ 223978 h 3760598"/>
              <a:gd name="connsiteX966" fmla="*/ 1291011 w 3567129"/>
              <a:gd name="connsiteY966" fmla="*/ 338996 h 3760598"/>
              <a:gd name="connsiteX967" fmla="*/ 1190545 w 3567129"/>
              <a:gd name="connsiteY967" fmla="*/ 268748 h 3760598"/>
              <a:gd name="connsiteX968" fmla="*/ 1189043 w 3567129"/>
              <a:gd name="connsiteY968" fmla="*/ 260899 h 3760598"/>
              <a:gd name="connsiteX969" fmla="*/ 1187541 w 3567129"/>
              <a:gd name="connsiteY969" fmla="*/ 268748 h 3760598"/>
              <a:gd name="connsiteX970" fmla="*/ 1087075 w 3567129"/>
              <a:gd name="connsiteY970" fmla="*/ 338996 h 3760598"/>
              <a:gd name="connsiteX971" fmla="*/ 978041 w 3567129"/>
              <a:gd name="connsiteY971" fmla="*/ 223978 h 3760598"/>
              <a:gd name="connsiteX972" fmla="*/ 974529 w 3567129"/>
              <a:gd name="connsiteY972" fmla="*/ 223978 h 3760598"/>
              <a:gd name="connsiteX973" fmla="*/ 958552 w 3567129"/>
              <a:gd name="connsiteY973" fmla="*/ 140496 h 3760598"/>
              <a:gd name="connsiteX974" fmla="*/ 757621 w 3567129"/>
              <a:gd name="connsiteY974" fmla="*/ 0 h 3760598"/>
              <a:gd name="connsiteX975" fmla="*/ 975 w 3567129"/>
              <a:gd name="connsiteY975" fmla="*/ 0 h 3760598"/>
              <a:gd name="connsiteX976" fmla="*/ 757621 w 3567129"/>
              <a:gd name="connsiteY976" fmla="*/ 0 h 3760598"/>
              <a:gd name="connsiteX977" fmla="*/ 539553 w 3567129"/>
              <a:gd name="connsiteY977" fmla="*/ 230037 h 3760598"/>
              <a:gd name="connsiteX978" fmla="*/ 541314 w 3567129"/>
              <a:gd name="connsiteY978" fmla="*/ 230037 h 3760598"/>
              <a:gd name="connsiteX979" fmla="*/ 533102 w 3567129"/>
              <a:gd name="connsiteY979" fmla="*/ 272940 h 3760598"/>
              <a:gd name="connsiteX980" fmla="*/ 432637 w 3567129"/>
              <a:gd name="connsiteY980" fmla="*/ 343188 h 3760598"/>
              <a:gd name="connsiteX981" fmla="*/ 323603 w 3567129"/>
              <a:gd name="connsiteY981" fmla="*/ 228170 h 3760598"/>
              <a:gd name="connsiteX982" fmla="*/ 320091 w 3567129"/>
              <a:gd name="connsiteY982" fmla="*/ 228170 h 3760598"/>
              <a:gd name="connsiteX983" fmla="*/ 304114 w 3567129"/>
              <a:gd name="connsiteY983" fmla="*/ 144688 h 3760598"/>
              <a:gd name="connsiteX984" fmla="*/ 103183 w 3567129"/>
              <a:gd name="connsiteY984" fmla="*/ 4192 h 3760598"/>
              <a:gd name="connsiteX985" fmla="*/ 18301 w 3567129"/>
              <a:gd name="connsiteY985" fmla="*/ 22270 h 3760598"/>
              <a:gd name="connsiteX986" fmla="*/ 975 w 3567129"/>
              <a:gd name="connsiteY986" fmla="*/ 34592 h 376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</a:cxnLst>
            <a:rect l="l" t="t" r="r" b="b"/>
            <a:pathLst>
              <a:path w="3567129" h="3760598">
                <a:moveTo>
                  <a:pt x="1621443" y="3417409"/>
                </a:moveTo>
                <a:cubicBezTo>
                  <a:pt x="1666606" y="3417409"/>
                  <a:pt x="1705356" y="3446375"/>
                  <a:pt x="1721908" y="3487657"/>
                </a:cubicBezTo>
                <a:lnTo>
                  <a:pt x="1730120" y="3530560"/>
                </a:lnTo>
                <a:lnTo>
                  <a:pt x="1728357" y="3530560"/>
                </a:lnTo>
                <a:cubicBezTo>
                  <a:pt x="1728357" y="3657606"/>
                  <a:pt x="1825989" y="3760597"/>
                  <a:pt x="1946425" y="3760597"/>
                </a:cubicBezTo>
                <a:cubicBezTo>
                  <a:pt x="2036752" y="3760597"/>
                  <a:pt x="2114252" y="3702665"/>
                  <a:pt x="2147356" y="3620101"/>
                </a:cubicBezTo>
                <a:lnTo>
                  <a:pt x="2163333" y="3536619"/>
                </a:lnTo>
                <a:lnTo>
                  <a:pt x="2166847" y="3536619"/>
                </a:lnTo>
                <a:cubicBezTo>
                  <a:pt x="2166847" y="3473096"/>
                  <a:pt x="2215663" y="3421601"/>
                  <a:pt x="2275881" y="3421601"/>
                </a:cubicBezTo>
                <a:cubicBezTo>
                  <a:pt x="2321044" y="3421601"/>
                  <a:pt x="2359794" y="3450567"/>
                  <a:pt x="2376346" y="3491849"/>
                </a:cubicBezTo>
                <a:lnTo>
                  <a:pt x="2377965" y="3500304"/>
                </a:lnTo>
                <a:lnTo>
                  <a:pt x="2379583" y="3491849"/>
                </a:lnTo>
                <a:cubicBezTo>
                  <a:pt x="2396135" y="3450567"/>
                  <a:pt x="2434885" y="3421601"/>
                  <a:pt x="2480048" y="3421601"/>
                </a:cubicBezTo>
                <a:cubicBezTo>
                  <a:pt x="2540266" y="3421601"/>
                  <a:pt x="2589082" y="3473096"/>
                  <a:pt x="2589082" y="3536619"/>
                </a:cubicBezTo>
                <a:lnTo>
                  <a:pt x="2592596" y="3536619"/>
                </a:lnTo>
                <a:lnTo>
                  <a:pt x="2608573" y="3620101"/>
                </a:lnTo>
                <a:cubicBezTo>
                  <a:pt x="2641677" y="3702665"/>
                  <a:pt x="2719177" y="3760597"/>
                  <a:pt x="2809504" y="3760597"/>
                </a:cubicBezTo>
                <a:cubicBezTo>
                  <a:pt x="2929940" y="3760597"/>
                  <a:pt x="3027572" y="3657606"/>
                  <a:pt x="3027572" y="3530560"/>
                </a:cubicBezTo>
                <a:lnTo>
                  <a:pt x="3025809" y="3530560"/>
                </a:lnTo>
                <a:lnTo>
                  <a:pt x="3034021" y="3487657"/>
                </a:lnTo>
                <a:cubicBezTo>
                  <a:pt x="3050573" y="3446375"/>
                  <a:pt x="3089323" y="3417409"/>
                  <a:pt x="3134486" y="3417409"/>
                </a:cubicBezTo>
                <a:cubicBezTo>
                  <a:pt x="3194704" y="3417409"/>
                  <a:pt x="3243520" y="3468904"/>
                  <a:pt x="3243520" y="3532427"/>
                </a:cubicBezTo>
                <a:lnTo>
                  <a:pt x="3247034" y="3532427"/>
                </a:lnTo>
                <a:lnTo>
                  <a:pt x="3263011" y="3615909"/>
                </a:lnTo>
                <a:cubicBezTo>
                  <a:pt x="3296115" y="3698473"/>
                  <a:pt x="3373615" y="3756405"/>
                  <a:pt x="3463942" y="3756405"/>
                </a:cubicBezTo>
                <a:cubicBezTo>
                  <a:pt x="3494051" y="3756405"/>
                  <a:pt x="3522735" y="3749968"/>
                  <a:pt x="3548824" y="3738327"/>
                </a:cubicBezTo>
                <a:lnTo>
                  <a:pt x="3566154" y="3726002"/>
                </a:lnTo>
                <a:lnTo>
                  <a:pt x="3566154" y="3760598"/>
                </a:lnTo>
                <a:lnTo>
                  <a:pt x="2378086" y="3760598"/>
                </a:lnTo>
                <a:lnTo>
                  <a:pt x="2377843" y="3760598"/>
                </a:lnTo>
                <a:lnTo>
                  <a:pt x="1189775" y="3760598"/>
                </a:lnTo>
                <a:lnTo>
                  <a:pt x="1189775" y="3726002"/>
                </a:lnTo>
                <a:lnTo>
                  <a:pt x="1207105" y="3738327"/>
                </a:lnTo>
                <a:cubicBezTo>
                  <a:pt x="1233194" y="3749968"/>
                  <a:pt x="1261878" y="3756405"/>
                  <a:pt x="1291987" y="3756405"/>
                </a:cubicBezTo>
                <a:cubicBezTo>
                  <a:pt x="1382314" y="3756405"/>
                  <a:pt x="1459814" y="3698473"/>
                  <a:pt x="1492918" y="3615909"/>
                </a:cubicBezTo>
                <a:lnTo>
                  <a:pt x="1508895" y="3532427"/>
                </a:lnTo>
                <a:lnTo>
                  <a:pt x="1512409" y="3532427"/>
                </a:lnTo>
                <a:cubicBezTo>
                  <a:pt x="1512409" y="3468904"/>
                  <a:pt x="1561225" y="3417409"/>
                  <a:pt x="1621443" y="3417409"/>
                </a:cubicBezTo>
                <a:close/>
                <a:moveTo>
                  <a:pt x="756643" y="3417409"/>
                </a:moveTo>
                <a:cubicBezTo>
                  <a:pt x="816861" y="3417409"/>
                  <a:pt x="865677" y="3468904"/>
                  <a:pt x="865677" y="3532427"/>
                </a:cubicBezTo>
                <a:lnTo>
                  <a:pt x="869191" y="3532427"/>
                </a:lnTo>
                <a:lnTo>
                  <a:pt x="885168" y="3615909"/>
                </a:lnTo>
                <a:cubicBezTo>
                  <a:pt x="918272" y="3698473"/>
                  <a:pt x="995772" y="3756405"/>
                  <a:pt x="1086099" y="3756405"/>
                </a:cubicBezTo>
                <a:cubicBezTo>
                  <a:pt x="1116208" y="3756405"/>
                  <a:pt x="1144892" y="3749968"/>
                  <a:pt x="1170981" y="3738327"/>
                </a:cubicBezTo>
                <a:lnTo>
                  <a:pt x="1188311" y="3726002"/>
                </a:lnTo>
                <a:lnTo>
                  <a:pt x="1188311" y="3760598"/>
                </a:lnTo>
                <a:lnTo>
                  <a:pt x="0" y="3760598"/>
                </a:lnTo>
                <a:lnTo>
                  <a:pt x="0" y="3500938"/>
                </a:lnTo>
                <a:lnTo>
                  <a:pt x="1740" y="3491849"/>
                </a:lnTo>
                <a:cubicBezTo>
                  <a:pt x="18292" y="3450567"/>
                  <a:pt x="57042" y="3421601"/>
                  <a:pt x="102205" y="3421601"/>
                </a:cubicBezTo>
                <a:cubicBezTo>
                  <a:pt x="162423" y="3421601"/>
                  <a:pt x="211239" y="3473096"/>
                  <a:pt x="211239" y="3536619"/>
                </a:cubicBezTo>
                <a:lnTo>
                  <a:pt x="214753" y="3536619"/>
                </a:lnTo>
                <a:lnTo>
                  <a:pt x="230730" y="3620101"/>
                </a:lnTo>
                <a:cubicBezTo>
                  <a:pt x="263834" y="3702665"/>
                  <a:pt x="341334" y="3760597"/>
                  <a:pt x="431661" y="3760597"/>
                </a:cubicBezTo>
                <a:cubicBezTo>
                  <a:pt x="552097" y="3760597"/>
                  <a:pt x="649729" y="3657606"/>
                  <a:pt x="649729" y="3530560"/>
                </a:cubicBezTo>
                <a:lnTo>
                  <a:pt x="647966" y="3530560"/>
                </a:lnTo>
                <a:lnTo>
                  <a:pt x="656178" y="3487657"/>
                </a:lnTo>
                <a:cubicBezTo>
                  <a:pt x="672730" y="3446375"/>
                  <a:pt x="711480" y="3417409"/>
                  <a:pt x="756643" y="3417409"/>
                </a:cubicBezTo>
                <a:close/>
                <a:moveTo>
                  <a:pt x="1621442" y="3019746"/>
                </a:moveTo>
                <a:cubicBezTo>
                  <a:pt x="1666605" y="3019746"/>
                  <a:pt x="1705355" y="3048713"/>
                  <a:pt x="1721907" y="3089994"/>
                </a:cubicBezTo>
                <a:lnTo>
                  <a:pt x="1730119" y="3132898"/>
                </a:lnTo>
                <a:lnTo>
                  <a:pt x="1728356" y="3132898"/>
                </a:lnTo>
                <a:cubicBezTo>
                  <a:pt x="1728356" y="3259944"/>
                  <a:pt x="1825988" y="3362935"/>
                  <a:pt x="1946424" y="3362935"/>
                </a:cubicBezTo>
                <a:cubicBezTo>
                  <a:pt x="2036751" y="3362935"/>
                  <a:pt x="2114251" y="3305002"/>
                  <a:pt x="2147355" y="3222439"/>
                </a:cubicBezTo>
                <a:lnTo>
                  <a:pt x="2163332" y="3138957"/>
                </a:lnTo>
                <a:lnTo>
                  <a:pt x="2166846" y="3138957"/>
                </a:lnTo>
                <a:cubicBezTo>
                  <a:pt x="2166846" y="3075434"/>
                  <a:pt x="2215662" y="3023939"/>
                  <a:pt x="2275880" y="3023939"/>
                </a:cubicBezTo>
                <a:cubicBezTo>
                  <a:pt x="2321043" y="3023939"/>
                  <a:pt x="2359793" y="3052905"/>
                  <a:pt x="2376345" y="3094187"/>
                </a:cubicBezTo>
                <a:lnTo>
                  <a:pt x="2377965" y="3102646"/>
                </a:lnTo>
                <a:lnTo>
                  <a:pt x="2379584" y="3094187"/>
                </a:lnTo>
                <a:cubicBezTo>
                  <a:pt x="2396136" y="3052905"/>
                  <a:pt x="2434886" y="3023939"/>
                  <a:pt x="2480049" y="3023939"/>
                </a:cubicBezTo>
                <a:cubicBezTo>
                  <a:pt x="2540267" y="3023939"/>
                  <a:pt x="2589083" y="3075434"/>
                  <a:pt x="2589083" y="3138957"/>
                </a:cubicBezTo>
                <a:lnTo>
                  <a:pt x="2592597" y="3138957"/>
                </a:lnTo>
                <a:lnTo>
                  <a:pt x="2608574" y="3222439"/>
                </a:lnTo>
                <a:cubicBezTo>
                  <a:pt x="2641678" y="3305002"/>
                  <a:pt x="2719178" y="3362935"/>
                  <a:pt x="2809505" y="3362935"/>
                </a:cubicBezTo>
                <a:cubicBezTo>
                  <a:pt x="2929941" y="3362935"/>
                  <a:pt x="3027573" y="3259944"/>
                  <a:pt x="3027573" y="3132898"/>
                </a:cubicBezTo>
                <a:lnTo>
                  <a:pt x="3025810" y="3132898"/>
                </a:lnTo>
                <a:lnTo>
                  <a:pt x="3034022" y="3089994"/>
                </a:lnTo>
                <a:cubicBezTo>
                  <a:pt x="3050574" y="3048713"/>
                  <a:pt x="3089324" y="3019746"/>
                  <a:pt x="3134487" y="3019746"/>
                </a:cubicBezTo>
                <a:cubicBezTo>
                  <a:pt x="3194705" y="3019746"/>
                  <a:pt x="3243521" y="3071242"/>
                  <a:pt x="3243521" y="3134765"/>
                </a:cubicBezTo>
                <a:lnTo>
                  <a:pt x="3247035" y="3134765"/>
                </a:lnTo>
                <a:lnTo>
                  <a:pt x="3263012" y="3218246"/>
                </a:lnTo>
                <a:cubicBezTo>
                  <a:pt x="3296116" y="3300810"/>
                  <a:pt x="3373616" y="3358742"/>
                  <a:pt x="3463943" y="3358742"/>
                </a:cubicBezTo>
                <a:cubicBezTo>
                  <a:pt x="3494052" y="3358742"/>
                  <a:pt x="3522736" y="3352306"/>
                  <a:pt x="3548825" y="3340665"/>
                </a:cubicBezTo>
                <a:lnTo>
                  <a:pt x="3566154" y="3328341"/>
                </a:lnTo>
                <a:lnTo>
                  <a:pt x="3566154" y="3562008"/>
                </a:lnTo>
                <a:lnTo>
                  <a:pt x="3564407" y="3571138"/>
                </a:lnTo>
                <a:cubicBezTo>
                  <a:pt x="3547855" y="3612420"/>
                  <a:pt x="3509105" y="3641387"/>
                  <a:pt x="3463941" y="3641387"/>
                </a:cubicBezTo>
                <a:cubicBezTo>
                  <a:pt x="3403723" y="3641387"/>
                  <a:pt x="3354907" y="3589891"/>
                  <a:pt x="3354907" y="3526368"/>
                </a:cubicBezTo>
                <a:lnTo>
                  <a:pt x="3351395" y="3526368"/>
                </a:lnTo>
                <a:lnTo>
                  <a:pt x="3335418" y="3442886"/>
                </a:lnTo>
                <a:cubicBezTo>
                  <a:pt x="3302314" y="3360323"/>
                  <a:pt x="3224814" y="3302390"/>
                  <a:pt x="3134487" y="3302390"/>
                </a:cubicBezTo>
                <a:cubicBezTo>
                  <a:pt x="3014051" y="3302390"/>
                  <a:pt x="2916419" y="3405381"/>
                  <a:pt x="2916419" y="3532427"/>
                </a:cubicBezTo>
                <a:lnTo>
                  <a:pt x="2918180" y="3532427"/>
                </a:lnTo>
                <a:lnTo>
                  <a:pt x="2909968" y="3575331"/>
                </a:lnTo>
                <a:cubicBezTo>
                  <a:pt x="2893416" y="3616613"/>
                  <a:pt x="2854666" y="3645579"/>
                  <a:pt x="2809503" y="3645579"/>
                </a:cubicBezTo>
                <a:cubicBezTo>
                  <a:pt x="2749285" y="3645579"/>
                  <a:pt x="2700469" y="3594083"/>
                  <a:pt x="2700469" y="3530560"/>
                </a:cubicBezTo>
                <a:lnTo>
                  <a:pt x="2696957" y="3530560"/>
                </a:lnTo>
                <a:lnTo>
                  <a:pt x="2680980" y="3447079"/>
                </a:lnTo>
                <a:cubicBezTo>
                  <a:pt x="2647876" y="3364515"/>
                  <a:pt x="2570376" y="3306583"/>
                  <a:pt x="2480049" y="3306583"/>
                </a:cubicBezTo>
                <a:cubicBezTo>
                  <a:pt x="2449940" y="3306583"/>
                  <a:pt x="2421256" y="3313019"/>
                  <a:pt x="2395167" y="3324660"/>
                </a:cubicBezTo>
                <a:lnTo>
                  <a:pt x="2378086" y="3336808"/>
                </a:lnTo>
                <a:lnTo>
                  <a:pt x="2378086" y="3336981"/>
                </a:lnTo>
                <a:lnTo>
                  <a:pt x="2377965" y="3336895"/>
                </a:lnTo>
                <a:lnTo>
                  <a:pt x="2377843" y="3336981"/>
                </a:lnTo>
                <a:lnTo>
                  <a:pt x="2377843" y="3336808"/>
                </a:lnTo>
                <a:lnTo>
                  <a:pt x="2360762" y="3324660"/>
                </a:lnTo>
                <a:cubicBezTo>
                  <a:pt x="2334673" y="3313019"/>
                  <a:pt x="2305989" y="3306583"/>
                  <a:pt x="2275880" y="3306583"/>
                </a:cubicBezTo>
                <a:cubicBezTo>
                  <a:pt x="2185553" y="3306583"/>
                  <a:pt x="2108053" y="3364515"/>
                  <a:pt x="2074949" y="3447079"/>
                </a:cubicBezTo>
                <a:lnTo>
                  <a:pt x="2058972" y="3530560"/>
                </a:lnTo>
                <a:lnTo>
                  <a:pt x="2055460" y="3530560"/>
                </a:lnTo>
                <a:cubicBezTo>
                  <a:pt x="2055460" y="3594083"/>
                  <a:pt x="2006644" y="3645579"/>
                  <a:pt x="1946426" y="3645579"/>
                </a:cubicBezTo>
                <a:cubicBezTo>
                  <a:pt x="1901263" y="3645579"/>
                  <a:pt x="1862513" y="3616613"/>
                  <a:pt x="1845961" y="3575331"/>
                </a:cubicBezTo>
                <a:lnTo>
                  <a:pt x="1837749" y="3532427"/>
                </a:lnTo>
                <a:lnTo>
                  <a:pt x="1839510" y="3532427"/>
                </a:lnTo>
                <a:cubicBezTo>
                  <a:pt x="1839510" y="3405381"/>
                  <a:pt x="1741878" y="3302390"/>
                  <a:pt x="1621442" y="3302390"/>
                </a:cubicBezTo>
                <a:cubicBezTo>
                  <a:pt x="1531115" y="3302390"/>
                  <a:pt x="1453615" y="3360323"/>
                  <a:pt x="1420511" y="3442886"/>
                </a:cubicBezTo>
                <a:lnTo>
                  <a:pt x="1404534" y="3526368"/>
                </a:lnTo>
                <a:lnTo>
                  <a:pt x="1401022" y="3526368"/>
                </a:lnTo>
                <a:cubicBezTo>
                  <a:pt x="1401022" y="3589891"/>
                  <a:pt x="1352206" y="3641387"/>
                  <a:pt x="1291988" y="3641387"/>
                </a:cubicBezTo>
                <a:cubicBezTo>
                  <a:pt x="1246824" y="3641387"/>
                  <a:pt x="1208074" y="3612420"/>
                  <a:pt x="1191522" y="3571138"/>
                </a:cubicBezTo>
                <a:lnTo>
                  <a:pt x="1189775" y="3562008"/>
                </a:lnTo>
                <a:lnTo>
                  <a:pt x="1189775" y="3328341"/>
                </a:lnTo>
                <a:lnTo>
                  <a:pt x="1207104" y="3340665"/>
                </a:lnTo>
                <a:cubicBezTo>
                  <a:pt x="1233193" y="3352306"/>
                  <a:pt x="1261877" y="3358742"/>
                  <a:pt x="1291986" y="3358742"/>
                </a:cubicBezTo>
                <a:cubicBezTo>
                  <a:pt x="1382313" y="3358742"/>
                  <a:pt x="1459813" y="3300810"/>
                  <a:pt x="1492917" y="3218246"/>
                </a:cubicBezTo>
                <a:lnTo>
                  <a:pt x="1508894" y="3134765"/>
                </a:lnTo>
                <a:lnTo>
                  <a:pt x="1512408" y="3134765"/>
                </a:lnTo>
                <a:cubicBezTo>
                  <a:pt x="1512408" y="3071242"/>
                  <a:pt x="1561224" y="3019746"/>
                  <a:pt x="1621442" y="3019746"/>
                </a:cubicBezTo>
                <a:close/>
                <a:moveTo>
                  <a:pt x="756644" y="3019746"/>
                </a:moveTo>
                <a:cubicBezTo>
                  <a:pt x="816862" y="3019746"/>
                  <a:pt x="865678" y="3071242"/>
                  <a:pt x="865678" y="3134765"/>
                </a:cubicBezTo>
                <a:lnTo>
                  <a:pt x="869192" y="3134765"/>
                </a:lnTo>
                <a:lnTo>
                  <a:pt x="885169" y="3218246"/>
                </a:lnTo>
                <a:cubicBezTo>
                  <a:pt x="918273" y="3300810"/>
                  <a:pt x="995773" y="3358742"/>
                  <a:pt x="1086100" y="3358742"/>
                </a:cubicBezTo>
                <a:cubicBezTo>
                  <a:pt x="1116209" y="3358742"/>
                  <a:pt x="1144893" y="3352306"/>
                  <a:pt x="1170982" y="3340665"/>
                </a:cubicBezTo>
                <a:lnTo>
                  <a:pt x="1188311" y="3328341"/>
                </a:lnTo>
                <a:lnTo>
                  <a:pt x="1188311" y="3562008"/>
                </a:lnTo>
                <a:lnTo>
                  <a:pt x="1186564" y="3571138"/>
                </a:lnTo>
                <a:cubicBezTo>
                  <a:pt x="1170012" y="3612420"/>
                  <a:pt x="1131262" y="3641387"/>
                  <a:pt x="1086098" y="3641387"/>
                </a:cubicBezTo>
                <a:cubicBezTo>
                  <a:pt x="1025880" y="3641387"/>
                  <a:pt x="977064" y="3589891"/>
                  <a:pt x="977064" y="3526368"/>
                </a:cubicBezTo>
                <a:lnTo>
                  <a:pt x="973552" y="3526368"/>
                </a:lnTo>
                <a:lnTo>
                  <a:pt x="957575" y="3442886"/>
                </a:lnTo>
                <a:cubicBezTo>
                  <a:pt x="924471" y="3360323"/>
                  <a:pt x="846971" y="3302390"/>
                  <a:pt x="756644" y="3302390"/>
                </a:cubicBezTo>
                <a:cubicBezTo>
                  <a:pt x="636208" y="3302390"/>
                  <a:pt x="538576" y="3405381"/>
                  <a:pt x="538576" y="3532427"/>
                </a:cubicBezTo>
                <a:lnTo>
                  <a:pt x="540337" y="3532427"/>
                </a:lnTo>
                <a:lnTo>
                  <a:pt x="532125" y="3575331"/>
                </a:lnTo>
                <a:cubicBezTo>
                  <a:pt x="515573" y="3616613"/>
                  <a:pt x="476823" y="3645579"/>
                  <a:pt x="431660" y="3645579"/>
                </a:cubicBezTo>
                <a:cubicBezTo>
                  <a:pt x="371442" y="3645579"/>
                  <a:pt x="322626" y="3594083"/>
                  <a:pt x="322626" y="3530560"/>
                </a:cubicBezTo>
                <a:lnTo>
                  <a:pt x="319114" y="3530560"/>
                </a:lnTo>
                <a:lnTo>
                  <a:pt x="303137" y="3447079"/>
                </a:lnTo>
                <a:cubicBezTo>
                  <a:pt x="270033" y="3364515"/>
                  <a:pt x="192533" y="3306583"/>
                  <a:pt x="102206" y="3306583"/>
                </a:cubicBezTo>
                <a:cubicBezTo>
                  <a:pt x="72097" y="3306583"/>
                  <a:pt x="43413" y="3313019"/>
                  <a:pt x="17324" y="3324660"/>
                </a:cubicBezTo>
                <a:lnTo>
                  <a:pt x="0" y="3336981"/>
                </a:lnTo>
                <a:lnTo>
                  <a:pt x="0" y="3103281"/>
                </a:lnTo>
                <a:lnTo>
                  <a:pt x="1741" y="3094187"/>
                </a:lnTo>
                <a:cubicBezTo>
                  <a:pt x="18293" y="3052905"/>
                  <a:pt x="57043" y="3023939"/>
                  <a:pt x="102206" y="3023939"/>
                </a:cubicBezTo>
                <a:cubicBezTo>
                  <a:pt x="162424" y="3023939"/>
                  <a:pt x="211240" y="3075434"/>
                  <a:pt x="211240" y="3138957"/>
                </a:cubicBezTo>
                <a:lnTo>
                  <a:pt x="214754" y="3138957"/>
                </a:lnTo>
                <a:lnTo>
                  <a:pt x="230731" y="3222439"/>
                </a:lnTo>
                <a:cubicBezTo>
                  <a:pt x="263835" y="3305002"/>
                  <a:pt x="341335" y="3362935"/>
                  <a:pt x="431662" y="3362935"/>
                </a:cubicBezTo>
                <a:cubicBezTo>
                  <a:pt x="552098" y="3362935"/>
                  <a:pt x="649730" y="3259944"/>
                  <a:pt x="649730" y="3132898"/>
                </a:cubicBezTo>
                <a:lnTo>
                  <a:pt x="647967" y="3132898"/>
                </a:lnTo>
                <a:lnTo>
                  <a:pt x="656179" y="3089994"/>
                </a:lnTo>
                <a:cubicBezTo>
                  <a:pt x="672731" y="3048713"/>
                  <a:pt x="711481" y="3019746"/>
                  <a:pt x="756644" y="3019746"/>
                </a:cubicBezTo>
                <a:close/>
                <a:moveTo>
                  <a:pt x="1621441" y="2622084"/>
                </a:moveTo>
                <a:cubicBezTo>
                  <a:pt x="1666604" y="2622084"/>
                  <a:pt x="1705354" y="2651050"/>
                  <a:pt x="1721906" y="2692332"/>
                </a:cubicBezTo>
                <a:lnTo>
                  <a:pt x="1730118" y="2735235"/>
                </a:lnTo>
                <a:lnTo>
                  <a:pt x="1728355" y="2735235"/>
                </a:lnTo>
                <a:cubicBezTo>
                  <a:pt x="1728355" y="2862281"/>
                  <a:pt x="1825987" y="2965272"/>
                  <a:pt x="1946423" y="2965272"/>
                </a:cubicBezTo>
                <a:cubicBezTo>
                  <a:pt x="2036750" y="2965272"/>
                  <a:pt x="2114250" y="2907340"/>
                  <a:pt x="2147354" y="2824776"/>
                </a:cubicBezTo>
                <a:lnTo>
                  <a:pt x="2163331" y="2741294"/>
                </a:lnTo>
                <a:lnTo>
                  <a:pt x="2166845" y="2741294"/>
                </a:lnTo>
                <a:cubicBezTo>
                  <a:pt x="2166845" y="2677771"/>
                  <a:pt x="2215661" y="2626276"/>
                  <a:pt x="2275879" y="2626276"/>
                </a:cubicBezTo>
                <a:cubicBezTo>
                  <a:pt x="2321042" y="2626276"/>
                  <a:pt x="2359792" y="2655242"/>
                  <a:pt x="2376344" y="2696524"/>
                </a:cubicBezTo>
                <a:lnTo>
                  <a:pt x="2377965" y="2704989"/>
                </a:lnTo>
                <a:lnTo>
                  <a:pt x="2379585" y="2696524"/>
                </a:lnTo>
                <a:cubicBezTo>
                  <a:pt x="2396137" y="2655242"/>
                  <a:pt x="2434887" y="2626276"/>
                  <a:pt x="2480050" y="2626276"/>
                </a:cubicBezTo>
                <a:cubicBezTo>
                  <a:pt x="2540268" y="2626276"/>
                  <a:pt x="2589084" y="2677771"/>
                  <a:pt x="2589084" y="2741294"/>
                </a:cubicBezTo>
                <a:lnTo>
                  <a:pt x="2592598" y="2741294"/>
                </a:lnTo>
                <a:lnTo>
                  <a:pt x="2608575" y="2824776"/>
                </a:lnTo>
                <a:cubicBezTo>
                  <a:pt x="2641679" y="2907340"/>
                  <a:pt x="2719179" y="2965272"/>
                  <a:pt x="2809506" y="2965272"/>
                </a:cubicBezTo>
                <a:cubicBezTo>
                  <a:pt x="2929942" y="2965272"/>
                  <a:pt x="3027574" y="2862281"/>
                  <a:pt x="3027574" y="2735235"/>
                </a:cubicBezTo>
                <a:lnTo>
                  <a:pt x="3025811" y="2735235"/>
                </a:lnTo>
                <a:lnTo>
                  <a:pt x="3034023" y="2692332"/>
                </a:lnTo>
                <a:cubicBezTo>
                  <a:pt x="3050575" y="2651050"/>
                  <a:pt x="3089325" y="2622084"/>
                  <a:pt x="3134488" y="2622084"/>
                </a:cubicBezTo>
                <a:cubicBezTo>
                  <a:pt x="3194706" y="2622084"/>
                  <a:pt x="3243522" y="2673579"/>
                  <a:pt x="3243522" y="2737102"/>
                </a:cubicBezTo>
                <a:lnTo>
                  <a:pt x="3247036" y="2737102"/>
                </a:lnTo>
                <a:lnTo>
                  <a:pt x="3263013" y="2820584"/>
                </a:lnTo>
                <a:cubicBezTo>
                  <a:pt x="3296117" y="2903148"/>
                  <a:pt x="3373617" y="2961080"/>
                  <a:pt x="3463944" y="2961080"/>
                </a:cubicBezTo>
                <a:cubicBezTo>
                  <a:pt x="3494053" y="2961080"/>
                  <a:pt x="3522737" y="2954643"/>
                  <a:pt x="3548826" y="2943002"/>
                </a:cubicBezTo>
                <a:lnTo>
                  <a:pt x="3566154" y="2930679"/>
                </a:lnTo>
                <a:lnTo>
                  <a:pt x="3566154" y="3164351"/>
                </a:lnTo>
                <a:lnTo>
                  <a:pt x="3564408" y="3173476"/>
                </a:lnTo>
                <a:cubicBezTo>
                  <a:pt x="3547856" y="3214758"/>
                  <a:pt x="3509106" y="3243724"/>
                  <a:pt x="3463942" y="3243724"/>
                </a:cubicBezTo>
                <a:cubicBezTo>
                  <a:pt x="3403724" y="3243724"/>
                  <a:pt x="3354908" y="3192229"/>
                  <a:pt x="3354908" y="3128706"/>
                </a:cubicBezTo>
                <a:lnTo>
                  <a:pt x="3351396" y="3128706"/>
                </a:lnTo>
                <a:lnTo>
                  <a:pt x="3335419" y="3045224"/>
                </a:lnTo>
                <a:cubicBezTo>
                  <a:pt x="3302315" y="2962660"/>
                  <a:pt x="3224815" y="2904728"/>
                  <a:pt x="3134488" y="2904728"/>
                </a:cubicBezTo>
                <a:cubicBezTo>
                  <a:pt x="3014052" y="2904728"/>
                  <a:pt x="2916420" y="3007719"/>
                  <a:pt x="2916420" y="3134765"/>
                </a:cubicBezTo>
                <a:lnTo>
                  <a:pt x="2918181" y="3134765"/>
                </a:lnTo>
                <a:lnTo>
                  <a:pt x="2909969" y="3177668"/>
                </a:lnTo>
                <a:cubicBezTo>
                  <a:pt x="2893417" y="3218950"/>
                  <a:pt x="2854667" y="3247916"/>
                  <a:pt x="2809504" y="3247916"/>
                </a:cubicBezTo>
                <a:cubicBezTo>
                  <a:pt x="2749286" y="3247916"/>
                  <a:pt x="2700470" y="3196421"/>
                  <a:pt x="2700470" y="3132898"/>
                </a:cubicBezTo>
                <a:lnTo>
                  <a:pt x="2696958" y="3132898"/>
                </a:lnTo>
                <a:lnTo>
                  <a:pt x="2680981" y="3049416"/>
                </a:lnTo>
                <a:cubicBezTo>
                  <a:pt x="2647877" y="2966852"/>
                  <a:pt x="2570377" y="2908920"/>
                  <a:pt x="2480050" y="2908920"/>
                </a:cubicBezTo>
                <a:cubicBezTo>
                  <a:pt x="2449941" y="2908920"/>
                  <a:pt x="2421257" y="2915357"/>
                  <a:pt x="2395168" y="2926998"/>
                </a:cubicBezTo>
                <a:lnTo>
                  <a:pt x="2378086" y="2939147"/>
                </a:lnTo>
                <a:lnTo>
                  <a:pt x="2378086" y="2939320"/>
                </a:lnTo>
                <a:lnTo>
                  <a:pt x="2377965" y="2939234"/>
                </a:lnTo>
                <a:lnTo>
                  <a:pt x="2377843" y="2939320"/>
                </a:lnTo>
                <a:lnTo>
                  <a:pt x="2377843" y="2939147"/>
                </a:lnTo>
                <a:lnTo>
                  <a:pt x="2360761" y="2926998"/>
                </a:lnTo>
                <a:cubicBezTo>
                  <a:pt x="2334672" y="2915357"/>
                  <a:pt x="2305988" y="2908920"/>
                  <a:pt x="2275879" y="2908920"/>
                </a:cubicBezTo>
                <a:cubicBezTo>
                  <a:pt x="2185552" y="2908920"/>
                  <a:pt x="2108052" y="2966852"/>
                  <a:pt x="2074948" y="3049416"/>
                </a:cubicBezTo>
                <a:lnTo>
                  <a:pt x="2058971" y="3132898"/>
                </a:lnTo>
                <a:lnTo>
                  <a:pt x="2055459" y="3132898"/>
                </a:lnTo>
                <a:cubicBezTo>
                  <a:pt x="2055459" y="3196421"/>
                  <a:pt x="2006643" y="3247916"/>
                  <a:pt x="1946425" y="3247916"/>
                </a:cubicBezTo>
                <a:cubicBezTo>
                  <a:pt x="1901262" y="3247916"/>
                  <a:pt x="1862512" y="3218950"/>
                  <a:pt x="1845960" y="3177668"/>
                </a:cubicBezTo>
                <a:lnTo>
                  <a:pt x="1837748" y="3134765"/>
                </a:lnTo>
                <a:lnTo>
                  <a:pt x="1839509" y="3134765"/>
                </a:lnTo>
                <a:cubicBezTo>
                  <a:pt x="1839509" y="3007719"/>
                  <a:pt x="1741877" y="2904728"/>
                  <a:pt x="1621441" y="2904728"/>
                </a:cubicBezTo>
                <a:cubicBezTo>
                  <a:pt x="1531114" y="2904728"/>
                  <a:pt x="1453614" y="2962660"/>
                  <a:pt x="1420510" y="3045224"/>
                </a:cubicBezTo>
                <a:lnTo>
                  <a:pt x="1404533" y="3128706"/>
                </a:lnTo>
                <a:lnTo>
                  <a:pt x="1401021" y="3128706"/>
                </a:lnTo>
                <a:cubicBezTo>
                  <a:pt x="1401021" y="3192229"/>
                  <a:pt x="1352205" y="3243724"/>
                  <a:pt x="1291987" y="3243724"/>
                </a:cubicBezTo>
                <a:cubicBezTo>
                  <a:pt x="1246823" y="3243724"/>
                  <a:pt x="1208073" y="3214758"/>
                  <a:pt x="1191521" y="3173476"/>
                </a:cubicBezTo>
                <a:lnTo>
                  <a:pt x="1189775" y="3164351"/>
                </a:lnTo>
                <a:lnTo>
                  <a:pt x="1189775" y="2930679"/>
                </a:lnTo>
                <a:lnTo>
                  <a:pt x="1207103" y="2943002"/>
                </a:lnTo>
                <a:cubicBezTo>
                  <a:pt x="1233192" y="2954643"/>
                  <a:pt x="1261876" y="2961080"/>
                  <a:pt x="1291985" y="2961080"/>
                </a:cubicBezTo>
                <a:cubicBezTo>
                  <a:pt x="1382312" y="2961080"/>
                  <a:pt x="1459812" y="2903148"/>
                  <a:pt x="1492916" y="2820584"/>
                </a:cubicBezTo>
                <a:lnTo>
                  <a:pt x="1508893" y="2737102"/>
                </a:lnTo>
                <a:lnTo>
                  <a:pt x="1512407" y="2737102"/>
                </a:lnTo>
                <a:cubicBezTo>
                  <a:pt x="1512407" y="2673579"/>
                  <a:pt x="1561223" y="2622084"/>
                  <a:pt x="1621441" y="2622084"/>
                </a:cubicBezTo>
                <a:close/>
                <a:moveTo>
                  <a:pt x="756645" y="2622084"/>
                </a:moveTo>
                <a:cubicBezTo>
                  <a:pt x="816863" y="2622084"/>
                  <a:pt x="865679" y="2673579"/>
                  <a:pt x="865679" y="2737102"/>
                </a:cubicBezTo>
                <a:lnTo>
                  <a:pt x="869193" y="2737102"/>
                </a:lnTo>
                <a:lnTo>
                  <a:pt x="885170" y="2820584"/>
                </a:lnTo>
                <a:cubicBezTo>
                  <a:pt x="918274" y="2903148"/>
                  <a:pt x="995774" y="2961080"/>
                  <a:pt x="1086101" y="2961080"/>
                </a:cubicBezTo>
                <a:cubicBezTo>
                  <a:pt x="1116210" y="2961080"/>
                  <a:pt x="1144894" y="2954643"/>
                  <a:pt x="1170983" y="2943002"/>
                </a:cubicBezTo>
                <a:lnTo>
                  <a:pt x="1188311" y="2930679"/>
                </a:lnTo>
                <a:lnTo>
                  <a:pt x="1188311" y="3164351"/>
                </a:lnTo>
                <a:lnTo>
                  <a:pt x="1186565" y="3173476"/>
                </a:lnTo>
                <a:cubicBezTo>
                  <a:pt x="1170013" y="3214758"/>
                  <a:pt x="1131263" y="3243724"/>
                  <a:pt x="1086099" y="3243724"/>
                </a:cubicBezTo>
                <a:cubicBezTo>
                  <a:pt x="1025881" y="3243724"/>
                  <a:pt x="977065" y="3192229"/>
                  <a:pt x="977065" y="3128706"/>
                </a:cubicBezTo>
                <a:lnTo>
                  <a:pt x="973553" y="3128706"/>
                </a:lnTo>
                <a:lnTo>
                  <a:pt x="957576" y="3045224"/>
                </a:lnTo>
                <a:cubicBezTo>
                  <a:pt x="924472" y="2962660"/>
                  <a:pt x="846972" y="2904728"/>
                  <a:pt x="756645" y="2904728"/>
                </a:cubicBezTo>
                <a:cubicBezTo>
                  <a:pt x="636209" y="2904728"/>
                  <a:pt x="538577" y="3007719"/>
                  <a:pt x="538577" y="3134765"/>
                </a:cubicBezTo>
                <a:lnTo>
                  <a:pt x="540338" y="3134765"/>
                </a:lnTo>
                <a:lnTo>
                  <a:pt x="532126" y="3177668"/>
                </a:lnTo>
                <a:cubicBezTo>
                  <a:pt x="515574" y="3218950"/>
                  <a:pt x="476824" y="3247916"/>
                  <a:pt x="431661" y="3247916"/>
                </a:cubicBezTo>
                <a:cubicBezTo>
                  <a:pt x="371443" y="3247916"/>
                  <a:pt x="322627" y="3196421"/>
                  <a:pt x="322627" y="3132898"/>
                </a:cubicBezTo>
                <a:lnTo>
                  <a:pt x="319115" y="3132898"/>
                </a:lnTo>
                <a:lnTo>
                  <a:pt x="303138" y="3049416"/>
                </a:lnTo>
                <a:cubicBezTo>
                  <a:pt x="270034" y="2966852"/>
                  <a:pt x="192534" y="2908920"/>
                  <a:pt x="102207" y="2908920"/>
                </a:cubicBezTo>
                <a:cubicBezTo>
                  <a:pt x="72098" y="2908920"/>
                  <a:pt x="43414" y="2915357"/>
                  <a:pt x="17325" y="2926998"/>
                </a:cubicBezTo>
                <a:lnTo>
                  <a:pt x="0" y="2939320"/>
                </a:lnTo>
                <a:lnTo>
                  <a:pt x="0" y="2705623"/>
                </a:lnTo>
                <a:lnTo>
                  <a:pt x="1742" y="2696524"/>
                </a:lnTo>
                <a:cubicBezTo>
                  <a:pt x="18294" y="2655242"/>
                  <a:pt x="57044" y="2626276"/>
                  <a:pt x="102207" y="2626276"/>
                </a:cubicBezTo>
                <a:cubicBezTo>
                  <a:pt x="162425" y="2626276"/>
                  <a:pt x="211241" y="2677771"/>
                  <a:pt x="211241" y="2741294"/>
                </a:cubicBezTo>
                <a:lnTo>
                  <a:pt x="214755" y="2741294"/>
                </a:lnTo>
                <a:lnTo>
                  <a:pt x="230732" y="2824776"/>
                </a:lnTo>
                <a:cubicBezTo>
                  <a:pt x="263836" y="2907340"/>
                  <a:pt x="341336" y="2965272"/>
                  <a:pt x="431663" y="2965272"/>
                </a:cubicBezTo>
                <a:cubicBezTo>
                  <a:pt x="552099" y="2965272"/>
                  <a:pt x="649731" y="2862281"/>
                  <a:pt x="649731" y="2735235"/>
                </a:cubicBezTo>
                <a:lnTo>
                  <a:pt x="647968" y="2735235"/>
                </a:lnTo>
                <a:lnTo>
                  <a:pt x="656180" y="2692332"/>
                </a:lnTo>
                <a:cubicBezTo>
                  <a:pt x="672732" y="2651050"/>
                  <a:pt x="711482" y="2622084"/>
                  <a:pt x="756645" y="2622084"/>
                </a:cubicBezTo>
                <a:close/>
                <a:moveTo>
                  <a:pt x="1621443" y="2163876"/>
                </a:moveTo>
                <a:cubicBezTo>
                  <a:pt x="1666606" y="2163876"/>
                  <a:pt x="1705356" y="2192842"/>
                  <a:pt x="1721908" y="2234124"/>
                </a:cubicBezTo>
                <a:lnTo>
                  <a:pt x="1730120" y="2277028"/>
                </a:lnTo>
                <a:lnTo>
                  <a:pt x="1728357" y="2277028"/>
                </a:lnTo>
                <a:cubicBezTo>
                  <a:pt x="1728357" y="2404074"/>
                  <a:pt x="1825989" y="2507064"/>
                  <a:pt x="1946425" y="2507064"/>
                </a:cubicBezTo>
                <a:cubicBezTo>
                  <a:pt x="2036752" y="2507064"/>
                  <a:pt x="2114252" y="2449132"/>
                  <a:pt x="2147356" y="2366568"/>
                </a:cubicBezTo>
                <a:lnTo>
                  <a:pt x="2163333" y="2283087"/>
                </a:lnTo>
                <a:lnTo>
                  <a:pt x="2166847" y="2283087"/>
                </a:lnTo>
                <a:cubicBezTo>
                  <a:pt x="2166847" y="2219564"/>
                  <a:pt x="2215663" y="2168068"/>
                  <a:pt x="2275881" y="2168068"/>
                </a:cubicBezTo>
                <a:cubicBezTo>
                  <a:pt x="2321044" y="2168068"/>
                  <a:pt x="2359794" y="2197034"/>
                  <a:pt x="2376346" y="2238316"/>
                </a:cubicBezTo>
                <a:lnTo>
                  <a:pt x="2377965" y="2246771"/>
                </a:lnTo>
                <a:lnTo>
                  <a:pt x="2379583" y="2238316"/>
                </a:lnTo>
                <a:cubicBezTo>
                  <a:pt x="2396135" y="2197034"/>
                  <a:pt x="2434885" y="2168068"/>
                  <a:pt x="2480048" y="2168068"/>
                </a:cubicBezTo>
                <a:cubicBezTo>
                  <a:pt x="2540266" y="2168068"/>
                  <a:pt x="2589082" y="2219564"/>
                  <a:pt x="2589082" y="2283087"/>
                </a:cubicBezTo>
                <a:lnTo>
                  <a:pt x="2592596" y="2283087"/>
                </a:lnTo>
                <a:lnTo>
                  <a:pt x="2608573" y="2366568"/>
                </a:lnTo>
                <a:cubicBezTo>
                  <a:pt x="2641677" y="2449132"/>
                  <a:pt x="2719177" y="2507064"/>
                  <a:pt x="2809504" y="2507064"/>
                </a:cubicBezTo>
                <a:cubicBezTo>
                  <a:pt x="2929940" y="2507064"/>
                  <a:pt x="3027572" y="2404074"/>
                  <a:pt x="3027572" y="2277028"/>
                </a:cubicBezTo>
                <a:lnTo>
                  <a:pt x="3025809" y="2277028"/>
                </a:lnTo>
                <a:lnTo>
                  <a:pt x="3034021" y="2234124"/>
                </a:lnTo>
                <a:cubicBezTo>
                  <a:pt x="3050573" y="2192842"/>
                  <a:pt x="3089323" y="2163876"/>
                  <a:pt x="3134486" y="2163876"/>
                </a:cubicBezTo>
                <a:cubicBezTo>
                  <a:pt x="3194704" y="2163876"/>
                  <a:pt x="3243520" y="2215372"/>
                  <a:pt x="3243520" y="2278895"/>
                </a:cubicBezTo>
                <a:lnTo>
                  <a:pt x="3247034" y="2278895"/>
                </a:lnTo>
                <a:lnTo>
                  <a:pt x="3263011" y="2362376"/>
                </a:lnTo>
                <a:cubicBezTo>
                  <a:pt x="3296115" y="2444940"/>
                  <a:pt x="3373615" y="2502872"/>
                  <a:pt x="3463942" y="2502872"/>
                </a:cubicBezTo>
                <a:cubicBezTo>
                  <a:pt x="3494051" y="2502872"/>
                  <a:pt x="3522735" y="2496435"/>
                  <a:pt x="3548824" y="2484795"/>
                </a:cubicBezTo>
                <a:lnTo>
                  <a:pt x="3566154" y="2472469"/>
                </a:lnTo>
                <a:lnTo>
                  <a:pt x="3566154" y="2507065"/>
                </a:lnTo>
                <a:lnTo>
                  <a:pt x="3566154" y="2766694"/>
                </a:lnTo>
                <a:lnTo>
                  <a:pt x="3564409" y="2775813"/>
                </a:lnTo>
                <a:cubicBezTo>
                  <a:pt x="3547857" y="2817095"/>
                  <a:pt x="3509107" y="2846062"/>
                  <a:pt x="3463943" y="2846062"/>
                </a:cubicBezTo>
                <a:cubicBezTo>
                  <a:pt x="3403725" y="2846062"/>
                  <a:pt x="3354909" y="2794566"/>
                  <a:pt x="3354909" y="2731043"/>
                </a:cubicBezTo>
                <a:lnTo>
                  <a:pt x="3351397" y="2731043"/>
                </a:lnTo>
                <a:lnTo>
                  <a:pt x="3335420" y="2647562"/>
                </a:lnTo>
                <a:cubicBezTo>
                  <a:pt x="3302316" y="2564998"/>
                  <a:pt x="3224816" y="2507065"/>
                  <a:pt x="3134489" y="2507065"/>
                </a:cubicBezTo>
                <a:cubicBezTo>
                  <a:pt x="3014053" y="2507065"/>
                  <a:pt x="2916421" y="2610056"/>
                  <a:pt x="2916421" y="2737102"/>
                </a:cubicBezTo>
                <a:lnTo>
                  <a:pt x="2918182" y="2737102"/>
                </a:lnTo>
                <a:lnTo>
                  <a:pt x="2909970" y="2780006"/>
                </a:lnTo>
                <a:cubicBezTo>
                  <a:pt x="2893418" y="2821288"/>
                  <a:pt x="2854668" y="2850254"/>
                  <a:pt x="2809505" y="2850254"/>
                </a:cubicBezTo>
                <a:cubicBezTo>
                  <a:pt x="2749287" y="2850254"/>
                  <a:pt x="2700471" y="2798758"/>
                  <a:pt x="2700471" y="2735235"/>
                </a:cubicBezTo>
                <a:lnTo>
                  <a:pt x="2696959" y="2735235"/>
                </a:lnTo>
                <a:lnTo>
                  <a:pt x="2680982" y="2651754"/>
                </a:lnTo>
                <a:cubicBezTo>
                  <a:pt x="2647878" y="2569190"/>
                  <a:pt x="2570378" y="2511258"/>
                  <a:pt x="2480051" y="2511258"/>
                </a:cubicBezTo>
                <a:cubicBezTo>
                  <a:pt x="2449942" y="2511258"/>
                  <a:pt x="2421258" y="2517694"/>
                  <a:pt x="2395169" y="2529335"/>
                </a:cubicBezTo>
                <a:lnTo>
                  <a:pt x="2378086" y="2541485"/>
                </a:lnTo>
                <a:lnTo>
                  <a:pt x="2378086" y="2541657"/>
                </a:lnTo>
                <a:lnTo>
                  <a:pt x="2377965" y="2541571"/>
                </a:lnTo>
                <a:lnTo>
                  <a:pt x="2377843" y="2541657"/>
                </a:lnTo>
                <a:lnTo>
                  <a:pt x="2377843" y="2541485"/>
                </a:lnTo>
                <a:lnTo>
                  <a:pt x="2360760" y="2529335"/>
                </a:lnTo>
                <a:cubicBezTo>
                  <a:pt x="2334671" y="2517694"/>
                  <a:pt x="2305987" y="2511258"/>
                  <a:pt x="2275878" y="2511258"/>
                </a:cubicBezTo>
                <a:cubicBezTo>
                  <a:pt x="2185551" y="2511258"/>
                  <a:pt x="2108051" y="2569190"/>
                  <a:pt x="2074947" y="2651754"/>
                </a:cubicBezTo>
                <a:lnTo>
                  <a:pt x="2058970" y="2735235"/>
                </a:lnTo>
                <a:lnTo>
                  <a:pt x="2055458" y="2735235"/>
                </a:lnTo>
                <a:cubicBezTo>
                  <a:pt x="2055458" y="2798758"/>
                  <a:pt x="2006642" y="2850254"/>
                  <a:pt x="1946424" y="2850254"/>
                </a:cubicBezTo>
                <a:cubicBezTo>
                  <a:pt x="1901261" y="2850254"/>
                  <a:pt x="1862511" y="2821288"/>
                  <a:pt x="1845959" y="2780006"/>
                </a:cubicBezTo>
                <a:lnTo>
                  <a:pt x="1837747" y="2737102"/>
                </a:lnTo>
                <a:lnTo>
                  <a:pt x="1839508" y="2737102"/>
                </a:lnTo>
                <a:cubicBezTo>
                  <a:pt x="1839508" y="2610056"/>
                  <a:pt x="1741876" y="2507065"/>
                  <a:pt x="1621440" y="2507065"/>
                </a:cubicBezTo>
                <a:cubicBezTo>
                  <a:pt x="1531113" y="2507065"/>
                  <a:pt x="1453613" y="2564998"/>
                  <a:pt x="1420509" y="2647562"/>
                </a:cubicBezTo>
                <a:lnTo>
                  <a:pt x="1404532" y="2731043"/>
                </a:lnTo>
                <a:lnTo>
                  <a:pt x="1401020" y="2731043"/>
                </a:lnTo>
                <a:cubicBezTo>
                  <a:pt x="1401020" y="2794566"/>
                  <a:pt x="1352204" y="2846062"/>
                  <a:pt x="1291986" y="2846062"/>
                </a:cubicBezTo>
                <a:cubicBezTo>
                  <a:pt x="1246822" y="2846062"/>
                  <a:pt x="1208072" y="2817095"/>
                  <a:pt x="1191520" y="2775813"/>
                </a:cubicBezTo>
                <a:lnTo>
                  <a:pt x="1189775" y="2766694"/>
                </a:lnTo>
                <a:lnTo>
                  <a:pt x="1189775" y="2507065"/>
                </a:lnTo>
                <a:lnTo>
                  <a:pt x="1189775" y="2472469"/>
                </a:lnTo>
                <a:lnTo>
                  <a:pt x="1207105" y="2484795"/>
                </a:lnTo>
                <a:cubicBezTo>
                  <a:pt x="1233194" y="2496435"/>
                  <a:pt x="1261878" y="2502872"/>
                  <a:pt x="1291987" y="2502872"/>
                </a:cubicBezTo>
                <a:cubicBezTo>
                  <a:pt x="1382314" y="2502872"/>
                  <a:pt x="1459814" y="2444940"/>
                  <a:pt x="1492918" y="2362376"/>
                </a:cubicBezTo>
                <a:lnTo>
                  <a:pt x="1508895" y="2278895"/>
                </a:lnTo>
                <a:lnTo>
                  <a:pt x="1512409" y="2278895"/>
                </a:lnTo>
                <a:cubicBezTo>
                  <a:pt x="1512409" y="2215372"/>
                  <a:pt x="1561225" y="2163876"/>
                  <a:pt x="1621443" y="2163876"/>
                </a:cubicBezTo>
                <a:close/>
                <a:moveTo>
                  <a:pt x="756643" y="2163876"/>
                </a:moveTo>
                <a:cubicBezTo>
                  <a:pt x="816861" y="2163876"/>
                  <a:pt x="865677" y="2215372"/>
                  <a:pt x="865677" y="2278895"/>
                </a:cubicBezTo>
                <a:lnTo>
                  <a:pt x="869191" y="2278895"/>
                </a:lnTo>
                <a:lnTo>
                  <a:pt x="885168" y="2362376"/>
                </a:lnTo>
                <a:cubicBezTo>
                  <a:pt x="918272" y="2444940"/>
                  <a:pt x="995772" y="2502872"/>
                  <a:pt x="1086099" y="2502872"/>
                </a:cubicBezTo>
                <a:cubicBezTo>
                  <a:pt x="1116208" y="2502872"/>
                  <a:pt x="1144892" y="2496435"/>
                  <a:pt x="1170981" y="2484795"/>
                </a:cubicBezTo>
                <a:lnTo>
                  <a:pt x="1188311" y="2472469"/>
                </a:lnTo>
                <a:lnTo>
                  <a:pt x="1188311" y="2507065"/>
                </a:lnTo>
                <a:lnTo>
                  <a:pt x="1188311" y="2766694"/>
                </a:lnTo>
                <a:lnTo>
                  <a:pt x="1186566" y="2775813"/>
                </a:lnTo>
                <a:cubicBezTo>
                  <a:pt x="1170014" y="2817095"/>
                  <a:pt x="1131264" y="2846062"/>
                  <a:pt x="1086100" y="2846062"/>
                </a:cubicBezTo>
                <a:cubicBezTo>
                  <a:pt x="1025882" y="2846062"/>
                  <a:pt x="977066" y="2794566"/>
                  <a:pt x="977066" y="2731043"/>
                </a:cubicBezTo>
                <a:lnTo>
                  <a:pt x="973554" y="2731043"/>
                </a:lnTo>
                <a:lnTo>
                  <a:pt x="957577" y="2647562"/>
                </a:lnTo>
                <a:cubicBezTo>
                  <a:pt x="924473" y="2564998"/>
                  <a:pt x="846973" y="2507065"/>
                  <a:pt x="756646" y="2507065"/>
                </a:cubicBezTo>
                <a:cubicBezTo>
                  <a:pt x="636210" y="2507065"/>
                  <a:pt x="538578" y="2610056"/>
                  <a:pt x="538578" y="2737102"/>
                </a:cubicBezTo>
                <a:lnTo>
                  <a:pt x="540339" y="2737102"/>
                </a:lnTo>
                <a:lnTo>
                  <a:pt x="532127" y="2780006"/>
                </a:lnTo>
                <a:cubicBezTo>
                  <a:pt x="515575" y="2821288"/>
                  <a:pt x="476825" y="2850254"/>
                  <a:pt x="431662" y="2850254"/>
                </a:cubicBezTo>
                <a:cubicBezTo>
                  <a:pt x="371444" y="2850254"/>
                  <a:pt x="322628" y="2798758"/>
                  <a:pt x="322628" y="2735235"/>
                </a:cubicBezTo>
                <a:lnTo>
                  <a:pt x="319116" y="2735235"/>
                </a:lnTo>
                <a:lnTo>
                  <a:pt x="303139" y="2651754"/>
                </a:lnTo>
                <a:cubicBezTo>
                  <a:pt x="270035" y="2569190"/>
                  <a:pt x="192535" y="2511258"/>
                  <a:pt x="102208" y="2511258"/>
                </a:cubicBezTo>
                <a:cubicBezTo>
                  <a:pt x="72099" y="2511258"/>
                  <a:pt x="43415" y="2517694"/>
                  <a:pt x="17326" y="2529335"/>
                </a:cubicBezTo>
                <a:lnTo>
                  <a:pt x="0" y="2541657"/>
                </a:lnTo>
                <a:lnTo>
                  <a:pt x="0" y="2507065"/>
                </a:lnTo>
                <a:lnTo>
                  <a:pt x="0" y="2247405"/>
                </a:lnTo>
                <a:lnTo>
                  <a:pt x="1740" y="2238316"/>
                </a:lnTo>
                <a:cubicBezTo>
                  <a:pt x="18292" y="2197034"/>
                  <a:pt x="57042" y="2168068"/>
                  <a:pt x="102205" y="2168068"/>
                </a:cubicBezTo>
                <a:cubicBezTo>
                  <a:pt x="162423" y="2168068"/>
                  <a:pt x="211239" y="2219564"/>
                  <a:pt x="211239" y="2283087"/>
                </a:cubicBezTo>
                <a:lnTo>
                  <a:pt x="214753" y="2283087"/>
                </a:lnTo>
                <a:lnTo>
                  <a:pt x="230730" y="2366568"/>
                </a:lnTo>
                <a:cubicBezTo>
                  <a:pt x="263834" y="2449132"/>
                  <a:pt x="341334" y="2507064"/>
                  <a:pt x="431661" y="2507064"/>
                </a:cubicBezTo>
                <a:cubicBezTo>
                  <a:pt x="552097" y="2507064"/>
                  <a:pt x="649729" y="2404074"/>
                  <a:pt x="649729" y="2277028"/>
                </a:cubicBezTo>
                <a:lnTo>
                  <a:pt x="647966" y="2277028"/>
                </a:lnTo>
                <a:lnTo>
                  <a:pt x="656178" y="2234124"/>
                </a:lnTo>
                <a:cubicBezTo>
                  <a:pt x="672730" y="2192842"/>
                  <a:pt x="711480" y="2163876"/>
                  <a:pt x="756643" y="2163876"/>
                </a:cubicBezTo>
                <a:close/>
                <a:moveTo>
                  <a:pt x="1621442" y="1766214"/>
                </a:moveTo>
                <a:cubicBezTo>
                  <a:pt x="1666605" y="1766214"/>
                  <a:pt x="1705355" y="1795180"/>
                  <a:pt x="1721907" y="1836462"/>
                </a:cubicBezTo>
                <a:lnTo>
                  <a:pt x="1730119" y="1879365"/>
                </a:lnTo>
                <a:lnTo>
                  <a:pt x="1728356" y="1879365"/>
                </a:lnTo>
                <a:cubicBezTo>
                  <a:pt x="1728356" y="2006411"/>
                  <a:pt x="1825988" y="2109402"/>
                  <a:pt x="1946424" y="2109402"/>
                </a:cubicBezTo>
                <a:cubicBezTo>
                  <a:pt x="2036751" y="2109402"/>
                  <a:pt x="2114251" y="2051470"/>
                  <a:pt x="2147355" y="1968906"/>
                </a:cubicBezTo>
                <a:lnTo>
                  <a:pt x="2163332" y="1885424"/>
                </a:lnTo>
                <a:lnTo>
                  <a:pt x="2166846" y="1885424"/>
                </a:lnTo>
                <a:cubicBezTo>
                  <a:pt x="2166846" y="1821901"/>
                  <a:pt x="2215662" y="1770406"/>
                  <a:pt x="2275880" y="1770406"/>
                </a:cubicBezTo>
                <a:cubicBezTo>
                  <a:pt x="2321043" y="1770406"/>
                  <a:pt x="2359793" y="1799372"/>
                  <a:pt x="2376345" y="1840654"/>
                </a:cubicBezTo>
                <a:lnTo>
                  <a:pt x="2377965" y="1849114"/>
                </a:lnTo>
                <a:lnTo>
                  <a:pt x="2379584" y="1840654"/>
                </a:lnTo>
                <a:cubicBezTo>
                  <a:pt x="2396136" y="1799372"/>
                  <a:pt x="2434886" y="1770406"/>
                  <a:pt x="2480049" y="1770406"/>
                </a:cubicBezTo>
                <a:cubicBezTo>
                  <a:pt x="2540267" y="1770406"/>
                  <a:pt x="2589083" y="1821901"/>
                  <a:pt x="2589083" y="1885424"/>
                </a:cubicBezTo>
                <a:lnTo>
                  <a:pt x="2592597" y="1885424"/>
                </a:lnTo>
                <a:lnTo>
                  <a:pt x="2608574" y="1968906"/>
                </a:lnTo>
                <a:cubicBezTo>
                  <a:pt x="2641678" y="2051470"/>
                  <a:pt x="2719178" y="2109402"/>
                  <a:pt x="2809505" y="2109402"/>
                </a:cubicBezTo>
                <a:cubicBezTo>
                  <a:pt x="2929941" y="2109402"/>
                  <a:pt x="3027573" y="2006411"/>
                  <a:pt x="3027573" y="1879365"/>
                </a:cubicBezTo>
                <a:lnTo>
                  <a:pt x="3025810" y="1879365"/>
                </a:lnTo>
                <a:lnTo>
                  <a:pt x="3034022" y="1836462"/>
                </a:lnTo>
                <a:cubicBezTo>
                  <a:pt x="3050574" y="1795180"/>
                  <a:pt x="3089324" y="1766214"/>
                  <a:pt x="3134487" y="1766214"/>
                </a:cubicBezTo>
                <a:cubicBezTo>
                  <a:pt x="3194705" y="1766214"/>
                  <a:pt x="3243521" y="1817709"/>
                  <a:pt x="3243521" y="1881232"/>
                </a:cubicBezTo>
                <a:lnTo>
                  <a:pt x="3247035" y="1881232"/>
                </a:lnTo>
                <a:lnTo>
                  <a:pt x="3263012" y="1964714"/>
                </a:lnTo>
                <a:cubicBezTo>
                  <a:pt x="3296116" y="2047278"/>
                  <a:pt x="3373616" y="2105210"/>
                  <a:pt x="3463943" y="2105210"/>
                </a:cubicBezTo>
                <a:cubicBezTo>
                  <a:pt x="3494052" y="2105210"/>
                  <a:pt x="3522736" y="2098773"/>
                  <a:pt x="3548825" y="2087132"/>
                </a:cubicBezTo>
                <a:lnTo>
                  <a:pt x="3566154" y="2074808"/>
                </a:lnTo>
                <a:lnTo>
                  <a:pt x="3566154" y="2308476"/>
                </a:lnTo>
                <a:lnTo>
                  <a:pt x="3564407" y="2317606"/>
                </a:lnTo>
                <a:cubicBezTo>
                  <a:pt x="3547855" y="2358888"/>
                  <a:pt x="3509105" y="2387854"/>
                  <a:pt x="3463941" y="2387854"/>
                </a:cubicBezTo>
                <a:cubicBezTo>
                  <a:pt x="3403723" y="2387854"/>
                  <a:pt x="3354907" y="2336359"/>
                  <a:pt x="3354907" y="2272835"/>
                </a:cubicBezTo>
                <a:lnTo>
                  <a:pt x="3351395" y="2272835"/>
                </a:lnTo>
                <a:lnTo>
                  <a:pt x="3335418" y="2189354"/>
                </a:lnTo>
                <a:cubicBezTo>
                  <a:pt x="3302314" y="2106790"/>
                  <a:pt x="3224814" y="2048858"/>
                  <a:pt x="3134487" y="2048858"/>
                </a:cubicBezTo>
                <a:cubicBezTo>
                  <a:pt x="3014051" y="2048858"/>
                  <a:pt x="2916419" y="2151848"/>
                  <a:pt x="2916419" y="2278895"/>
                </a:cubicBezTo>
                <a:lnTo>
                  <a:pt x="2918180" y="2278895"/>
                </a:lnTo>
                <a:lnTo>
                  <a:pt x="2909968" y="2321798"/>
                </a:lnTo>
                <a:cubicBezTo>
                  <a:pt x="2893416" y="2363080"/>
                  <a:pt x="2854666" y="2392046"/>
                  <a:pt x="2809503" y="2392046"/>
                </a:cubicBezTo>
                <a:cubicBezTo>
                  <a:pt x="2749285" y="2392046"/>
                  <a:pt x="2700469" y="2340551"/>
                  <a:pt x="2700469" y="2277028"/>
                </a:cubicBezTo>
                <a:lnTo>
                  <a:pt x="2696957" y="2277028"/>
                </a:lnTo>
                <a:lnTo>
                  <a:pt x="2680980" y="2193546"/>
                </a:lnTo>
                <a:cubicBezTo>
                  <a:pt x="2647876" y="2110982"/>
                  <a:pt x="2570376" y="2053050"/>
                  <a:pt x="2480049" y="2053050"/>
                </a:cubicBezTo>
                <a:cubicBezTo>
                  <a:pt x="2449940" y="2053050"/>
                  <a:pt x="2421256" y="2059487"/>
                  <a:pt x="2395167" y="2071128"/>
                </a:cubicBezTo>
                <a:lnTo>
                  <a:pt x="2378086" y="2083276"/>
                </a:lnTo>
                <a:lnTo>
                  <a:pt x="2378086" y="2083449"/>
                </a:lnTo>
                <a:lnTo>
                  <a:pt x="2377965" y="2083362"/>
                </a:lnTo>
                <a:lnTo>
                  <a:pt x="2377843" y="2083449"/>
                </a:lnTo>
                <a:lnTo>
                  <a:pt x="2377843" y="2083276"/>
                </a:lnTo>
                <a:lnTo>
                  <a:pt x="2360762" y="2071128"/>
                </a:lnTo>
                <a:cubicBezTo>
                  <a:pt x="2334673" y="2059487"/>
                  <a:pt x="2305989" y="2053050"/>
                  <a:pt x="2275880" y="2053050"/>
                </a:cubicBezTo>
                <a:cubicBezTo>
                  <a:pt x="2185553" y="2053050"/>
                  <a:pt x="2108053" y="2110982"/>
                  <a:pt x="2074949" y="2193546"/>
                </a:cubicBezTo>
                <a:lnTo>
                  <a:pt x="2058972" y="2277028"/>
                </a:lnTo>
                <a:lnTo>
                  <a:pt x="2055460" y="2277028"/>
                </a:lnTo>
                <a:cubicBezTo>
                  <a:pt x="2055460" y="2340551"/>
                  <a:pt x="2006644" y="2392046"/>
                  <a:pt x="1946426" y="2392046"/>
                </a:cubicBezTo>
                <a:cubicBezTo>
                  <a:pt x="1901263" y="2392046"/>
                  <a:pt x="1862513" y="2363080"/>
                  <a:pt x="1845961" y="2321798"/>
                </a:cubicBezTo>
                <a:lnTo>
                  <a:pt x="1837749" y="2278895"/>
                </a:lnTo>
                <a:lnTo>
                  <a:pt x="1839510" y="2278895"/>
                </a:lnTo>
                <a:cubicBezTo>
                  <a:pt x="1839510" y="2151848"/>
                  <a:pt x="1741878" y="2048858"/>
                  <a:pt x="1621442" y="2048858"/>
                </a:cubicBezTo>
                <a:cubicBezTo>
                  <a:pt x="1531115" y="2048858"/>
                  <a:pt x="1453615" y="2106790"/>
                  <a:pt x="1420511" y="2189354"/>
                </a:cubicBezTo>
                <a:lnTo>
                  <a:pt x="1404534" y="2272835"/>
                </a:lnTo>
                <a:lnTo>
                  <a:pt x="1401022" y="2272835"/>
                </a:lnTo>
                <a:cubicBezTo>
                  <a:pt x="1401022" y="2336359"/>
                  <a:pt x="1352206" y="2387854"/>
                  <a:pt x="1291988" y="2387854"/>
                </a:cubicBezTo>
                <a:cubicBezTo>
                  <a:pt x="1246824" y="2387854"/>
                  <a:pt x="1208074" y="2358888"/>
                  <a:pt x="1191522" y="2317606"/>
                </a:cubicBezTo>
                <a:lnTo>
                  <a:pt x="1189775" y="2308476"/>
                </a:lnTo>
                <a:lnTo>
                  <a:pt x="1189775" y="2074808"/>
                </a:lnTo>
                <a:lnTo>
                  <a:pt x="1207104" y="2087132"/>
                </a:lnTo>
                <a:cubicBezTo>
                  <a:pt x="1233193" y="2098773"/>
                  <a:pt x="1261877" y="2105210"/>
                  <a:pt x="1291986" y="2105210"/>
                </a:cubicBezTo>
                <a:cubicBezTo>
                  <a:pt x="1382313" y="2105210"/>
                  <a:pt x="1459813" y="2047278"/>
                  <a:pt x="1492917" y="1964714"/>
                </a:cubicBezTo>
                <a:lnTo>
                  <a:pt x="1508894" y="1881232"/>
                </a:lnTo>
                <a:lnTo>
                  <a:pt x="1512408" y="1881232"/>
                </a:lnTo>
                <a:cubicBezTo>
                  <a:pt x="1512408" y="1817709"/>
                  <a:pt x="1561224" y="1766214"/>
                  <a:pt x="1621442" y="1766214"/>
                </a:cubicBezTo>
                <a:close/>
                <a:moveTo>
                  <a:pt x="756644" y="1766214"/>
                </a:moveTo>
                <a:cubicBezTo>
                  <a:pt x="816862" y="1766214"/>
                  <a:pt x="865678" y="1817709"/>
                  <a:pt x="865678" y="1881232"/>
                </a:cubicBezTo>
                <a:lnTo>
                  <a:pt x="869192" y="1881232"/>
                </a:lnTo>
                <a:lnTo>
                  <a:pt x="885169" y="1964714"/>
                </a:lnTo>
                <a:cubicBezTo>
                  <a:pt x="918273" y="2047278"/>
                  <a:pt x="995773" y="2105210"/>
                  <a:pt x="1086100" y="2105210"/>
                </a:cubicBezTo>
                <a:cubicBezTo>
                  <a:pt x="1116209" y="2105210"/>
                  <a:pt x="1144893" y="2098773"/>
                  <a:pt x="1170982" y="2087132"/>
                </a:cubicBezTo>
                <a:lnTo>
                  <a:pt x="1188311" y="2074808"/>
                </a:lnTo>
                <a:lnTo>
                  <a:pt x="1188311" y="2308476"/>
                </a:lnTo>
                <a:lnTo>
                  <a:pt x="1186564" y="2317606"/>
                </a:lnTo>
                <a:cubicBezTo>
                  <a:pt x="1170012" y="2358888"/>
                  <a:pt x="1131262" y="2387854"/>
                  <a:pt x="1086098" y="2387854"/>
                </a:cubicBezTo>
                <a:cubicBezTo>
                  <a:pt x="1025880" y="2387854"/>
                  <a:pt x="977064" y="2336359"/>
                  <a:pt x="977064" y="2272835"/>
                </a:cubicBezTo>
                <a:lnTo>
                  <a:pt x="973552" y="2272835"/>
                </a:lnTo>
                <a:lnTo>
                  <a:pt x="957575" y="2189354"/>
                </a:lnTo>
                <a:cubicBezTo>
                  <a:pt x="924471" y="2106790"/>
                  <a:pt x="846971" y="2048858"/>
                  <a:pt x="756644" y="2048858"/>
                </a:cubicBezTo>
                <a:cubicBezTo>
                  <a:pt x="636208" y="2048858"/>
                  <a:pt x="538576" y="2151848"/>
                  <a:pt x="538576" y="2278895"/>
                </a:cubicBezTo>
                <a:lnTo>
                  <a:pt x="540337" y="2278895"/>
                </a:lnTo>
                <a:lnTo>
                  <a:pt x="532125" y="2321798"/>
                </a:lnTo>
                <a:cubicBezTo>
                  <a:pt x="515573" y="2363080"/>
                  <a:pt x="476823" y="2392046"/>
                  <a:pt x="431660" y="2392046"/>
                </a:cubicBezTo>
                <a:cubicBezTo>
                  <a:pt x="371442" y="2392046"/>
                  <a:pt x="322626" y="2340551"/>
                  <a:pt x="322626" y="2277028"/>
                </a:cubicBezTo>
                <a:lnTo>
                  <a:pt x="319114" y="2277028"/>
                </a:lnTo>
                <a:lnTo>
                  <a:pt x="303137" y="2193546"/>
                </a:lnTo>
                <a:cubicBezTo>
                  <a:pt x="270033" y="2110982"/>
                  <a:pt x="192533" y="2053050"/>
                  <a:pt x="102206" y="2053050"/>
                </a:cubicBezTo>
                <a:cubicBezTo>
                  <a:pt x="72097" y="2053050"/>
                  <a:pt x="43413" y="2059487"/>
                  <a:pt x="17324" y="2071128"/>
                </a:cubicBezTo>
                <a:lnTo>
                  <a:pt x="0" y="2083449"/>
                </a:lnTo>
                <a:lnTo>
                  <a:pt x="0" y="1849748"/>
                </a:lnTo>
                <a:lnTo>
                  <a:pt x="1741" y="1840654"/>
                </a:lnTo>
                <a:cubicBezTo>
                  <a:pt x="18293" y="1799372"/>
                  <a:pt x="57043" y="1770406"/>
                  <a:pt x="102206" y="1770406"/>
                </a:cubicBezTo>
                <a:cubicBezTo>
                  <a:pt x="162424" y="1770406"/>
                  <a:pt x="211240" y="1821901"/>
                  <a:pt x="211240" y="1885424"/>
                </a:cubicBezTo>
                <a:lnTo>
                  <a:pt x="214754" y="1885424"/>
                </a:lnTo>
                <a:lnTo>
                  <a:pt x="230731" y="1968906"/>
                </a:lnTo>
                <a:cubicBezTo>
                  <a:pt x="263835" y="2051470"/>
                  <a:pt x="341335" y="2109402"/>
                  <a:pt x="431662" y="2109402"/>
                </a:cubicBezTo>
                <a:cubicBezTo>
                  <a:pt x="552098" y="2109402"/>
                  <a:pt x="649730" y="2006411"/>
                  <a:pt x="649730" y="1879365"/>
                </a:cubicBezTo>
                <a:lnTo>
                  <a:pt x="647967" y="1879365"/>
                </a:lnTo>
                <a:lnTo>
                  <a:pt x="656179" y="1836462"/>
                </a:lnTo>
                <a:cubicBezTo>
                  <a:pt x="672731" y="1795180"/>
                  <a:pt x="711481" y="1766214"/>
                  <a:pt x="756644" y="1766214"/>
                </a:cubicBezTo>
                <a:close/>
                <a:moveTo>
                  <a:pt x="1621441" y="1368551"/>
                </a:moveTo>
                <a:cubicBezTo>
                  <a:pt x="1666604" y="1368551"/>
                  <a:pt x="1705354" y="1397517"/>
                  <a:pt x="1721906" y="1438799"/>
                </a:cubicBezTo>
                <a:lnTo>
                  <a:pt x="1730118" y="1481703"/>
                </a:lnTo>
                <a:lnTo>
                  <a:pt x="1728355" y="1481703"/>
                </a:lnTo>
                <a:cubicBezTo>
                  <a:pt x="1728355" y="1608749"/>
                  <a:pt x="1825987" y="1711739"/>
                  <a:pt x="1946423" y="1711739"/>
                </a:cubicBezTo>
                <a:cubicBezTo>
                  <a:pt x="2036750" y="1711739"/>
                  <a:pt x="2114250" y="1653807"/>
                  <a:pt x="2147354" y="1571243"/>
                </a:cubicBezTo>
                <a:lnTo>
                  <a:pt x="2163331" y="1487762"/>
                </a:lnTo>
                <a:lnTo>
                  <a:pt x="2166845" y="1487762"/>
                </a:lnTo>
                <a:cubicBezTo>
                  <a:pt x="2166845" y="1424239"/>
                  <a:pt x="2215661" y="1372743"/>
                  <a:pt x="2275879" y="1372743"/>
                </a:cubicBezTo>
                <a:cubicBezTo>
                  <a:pt x="2321042" y="1372743"/>
                  <a:pt x="2359792" y="1401710"/>
                  <a:pt x="2376344" y="1442991"/>
                </a:cubicBezTo>
                <a:lnTo>
                  <a:pt x="2377965" y="1451456"/>
                </a:lnTo>
                <a:lnTo>
                  <a:pt x="2379585" y="1442991"/>
                </a:lnTo>
                <a:cubicBezTo>
                  <a:pt x="2396137" y="1401710"/>
                  <a:pt x="2434887" y="1372743"/>
                  <a:pt x="2480050" y="1372743"/>
                </a:cubicBezTo>
                <a:cubicBezTo>
                  <a:pt x="2540268" y="1372743"/>
                  <a:pt x="2589084" y="1424239"/>
                  <a:pt x="2589084" y="1487762"/>
                </a:cubicBezTo>
                <a:lnTo>
                  <a:pt x="2592598" y="1487762"/>
                </a:lnTo>
                <a:lnTo>
                  <a:pt x="2608575" y="1571243"/>
                </a:lnTo>
                <a:cubicBezTo>
                  <a:pt x="2641679" y="1653807"/>
                  <a:pt x="2719179" y="1711739"/>
                  <a:pt x="2809506" y="1711739"/>
                </a:cubicBezTo>
                <a:cubicBezTo>
                  <a:pt x="2929942" y="1711739"/>
                  <a:pt x="3027574" y="1608749"/>
                  <a:pt x="3027574" y="1481703"/>
                </a:cubicBezTo>
                <a:lnTo>
                  <a:pt x="3025811" y="1481703"/>
                </a:lnTo>
                <a:lnTo>
                  <a:pt x="3034023" y="1438799"/>
                </a:lnTo>
                <a:cubicBezTo>
                  <a:pt x="3050575" y="1397517"/>
                  <a:pt x="3089325" y="1368551"/>
                  <a:pt x="3134488" y="1368551"/>
                </a:cubicBezTo>
                <a:cubicBezTo>
                  <a:pt x="3194706" y="1368551"/>
                  <a:pt x="3243522" y="1420047"/>
                  <a:pt x="3243522" y="1483570"/>
                </a:cubicBezTo>
                <a:lnTo>
                  <a:pt x="3247036" y="1483570"/>
                </a:lnTo>
                <a:lnTo>
                  <a:pt x="3263013" y="1567051"/>
                </a:lnTo>
                <a:cubicBezTo>
                  <a:pt x="3296117" y="1649615"/>
                  <a:pt x="3373617" y="1707547"/>
                  <a:pt x="3463944" y="1707547"/>
                </a:cubicBezTo>
                <a:cubicBezTo>
                  <a:pt x="3494053" y="1707547"/>
                  <a:pt x="3522737" y="1701110"/>
                  <a:pt x="3548826" y="1689470"/>
                </a:cubicBezTo>
                <a:lnTo>
                  <a:pt x="3566154" y="1677147"/>
                </a:lnTo>
                <a:lnTo>
                  <a:pt x="3566154" y="1910819"/>
                </a:lnTo>
                <a:lnTo>
                  <a:pt x="3564408" y="1919943"/>
                </a:lnTo>
                <a:cubicBezTo>
                  <a:pt x="3547856" y="1961225"/>
                  <a:pt x="3509106" y="1990191"/>
                  <a:pt x="3463942" y="1990191"/>
                </a:cubicBezTo>
                <a:cubicBezTo>
                  <a:pt x="3403724" y="1990191"/>
                  <a:pt x="3354908" y="1938696"/>
                  <a:pt x="3354908" y="1875173"/>
                </a:cubicBezTo>
                <a:lnTo>
                  <a:pt x="3351396" y="1875173"/>
                </a:lnTo>
                <a:lnTo>
                  <a:pt x="3335419" y="1791691"/>
                </a:lnTo>
                <a:cubicBezTo>
                  <a:pt x="3302315" y="1709128"/>
                  <a:pt x="3224815" y="1651195"/>
                  <a:pt x="3134488" y="1651195"/>
                </a:cubicBezTo>
                <a:cubicBezTo>
                  <a:pt x="3014052" y="1651195"/>
                  <a:pt x="2916420" y="1754186"/>
                  <a:pt x="2916420" y="1881232"/>
                </a:cubicBezTo>
                <a:lnTo>
                  <a:pt x="2918181" y="1881232"/>
                </a:lnTo>
                <a:lnTo>
                  <a:pt x="2909969" y="1924136"/>
                </a:lnTo>
                <a:cubicBezTo>
                  <a:pt x="2893417" y="1965417"/>
                  <a:pt x="2854667" y="1994384"/>
                  <a:pt x="2809504" y="1994384"/>
                </a:cubicBezTo>
                <a:cubicBezTo>
                  <a:pt x="2749286" y="1994384"/>
                  <a:pt x="2700470" y="1942888"/>
                  <a:pt x="2700470" y="1879365"/>
                </a:cubicBezTo>
                <a:lnTo>
                  <a:pt x="2696958" y="1879365"/>
                </a:lnTo>
                <a:lnTo>
                  <a:pt x="2680981" y="1795884"/>
                </a:lnTo>
                <a:cubicBezTo>
                  <a:pt x="2647877" y="1713320"/>
                  <a:pt x="2570377" y="1655387"/>
                  <a:pt x="2480050" y="1655387"/>
                </a:cubicBezTo>
                <a:cubicBezTo>
                  <a:pt x="2449941" y="1655387"/>
                  <a:pt x="2421257" y="1661824"/>
                  <a:pt x="2395168" y="1673465"/>
                </a:cubicBezTo>
                <a:lnTo>
                  <a:pt x="2378086" y="1685614"/>
                </a:lnTo>
                <a:lnTo>
                  <a:pt x="2378086" y="1685787"/>
                </a:lnTo>
                <a:lnTo>
                  <a:pt x="2377965" y="1685701"/>
                </a:lnTo>
                <a:lnTo>
                  <a:pt x="2377843" y="1685787"/>
                </a:lnTo>
                <a:lnTo>
                  <a:pt x="2377843" y="1685614"/>
                </a:lnTo>
                <a:lnTo>
                  <a:pt x="2360761" y="1673465"/>
                </a:lnTo>
                <a:cubicBezTo>
                  <a:pt x="2334672" y="1661824"/>
                  <a:pt x="2305988" y="1655387"/>
                  <a:pt x="2275879" y="1655387"/>
                </a:cubicBezTo>
                <a:cubicBezTo>
                  <a:pt x="2185552" y="1655387"/>
                  <a:pt x="2108052" y="1713320"/>
                  <a:pt x="2074948" y="1795884"/>
                </a:cubicBezTo>
                <a:lnTo>
                  <a:pt x="2058971" y="1879365"/>
                </a:lnTo>
                <a:lnTo>
                  <a:pt x="2055459" y="1879365"/>
                </a:lnTo>
                <a:cubicBezTo>
                  <a:pt x="2055459" y="1942888"/>
                  <a:pt x="2006643" y="1994384"/>
                  <a:pt x="1946425" y="1994384"/>
                </a:cubicBezTo>
                <a:cubicBezTo>
                  <a:pt x="1901262" y="1994384"/>
                  <a:pt x="1862512" y="1965417"/>
                  <a:pt x="1845960" y="1924136"/>
                </a:cubicBezTo>
                <a:lnTo>
                  <a:pt x="1837748" y="1881232"/>
                </a:lnTo>
                <a:lnTo>
                  <a:pt x="1839509" y="1881232"/>
                </a:lnTo>
                <a:cubicBezTo>
                  <a:pt x="1839509" y="1754186"/>
                  <a:pt x="1741877" y="1651195"/>
                  <a:pt x="1621441" y="1651195"/>
                </a:cubicBezTo>
                <a:cubicBezTo>
                  <a:pt x="1531114" y="1651195"/>
                  <a:pt x="1453614" y="1709128"/>
                  <a:pt x="1420510" y="1791691"/>
                </a:cubicBezTo>
                <a:lnTo>
                  <a:pt x="1404533" y="1875173"/>
                </a:lnTo>
                <a:lnTo>
                  <a:pt x="1401021" y="1875173"/>
                </a:lnTo>
                <a:cubicBezTo>
                  <a:pt x="1401021" y="1938696"/>
                  <a:pt x="1352205" y="1990191"/>
                  <a:pt x="1291987" y="1990191"/>
                </a:cubicBezTo>
                <a:cubicBezTo>
                  <a:pt x="1246823" y="1990191"/>
                  <a:pt x="1208073" y="1961225"/>
                  <a:pt x="1191521" y="1919943"/>
                </a:cubicBezTo>
                <a:lnTo>
                  <a:pt x="1189775" y="1910819"/>
                </a:lnTo>
                <a:lnTo>
                  <a:pt x="1189775" y="1677147"/>
                </a:lnTo>
                <a:lnTo>
                  <a:pt x="1207103" y="1689470"/>
                </a:lnTo>
                <a:cubicBezTo>
                  <a:pt x="1233192" y="1701110"/>
                  <a:pt x="1261876" y="1707547"/>
                  <a:pt x="1291985" y="1707547"/>
                </a:cubicBezTo>
                <a:cubicBezTo>
                  <a:pt x="1382312" y="1707547"/>
                  <a:pt x="1459812" y="1649615"/>
                  <a:pt x="1492916" y="1567051"/>
                </a:cubicBezTo>
                <a:lnTo>
                  <a:pt x="1508893" y="1483570"/>
                </a:lnTo>
                <a:lnTo>
                  <a:pt x="1512407" y="1483570"/>
                </a:lnTo>
                <a:cubicBezTo>
                  <a:pt x="1512407" y="1420047"/>
                  <a:pt x="1561223" y="1368551"/>
                  <a:pt x="1621441" y="1368551"/>
                </a:cubicBezTo>
                <a:close/>
                <a:moveTo>
                  <a:pt x="756645" y="1368551"/>
                </a:moveTo>
                <a:cubicBezTo>
                  <a:pt x="816863" y="1368551"/>
                  <a:pt x="865679" y="1420047"/>
                  <a:pt x="865679" y="1483570"/>
                </a:cubicBezTo>
                <a:lnTo>
                  <a:pt x="869193" y="1483570"/>
                </a:lnTo>
                <a:lnTo>
                  <a:pt x="885170" y="1567051"/>
                </a:lnTo>
                <a:cubicBezTo>
                  <a:pt x="918274" y="1649615"/>
                  <a:pt x="995774" y="1707547"/>
                  <a:pt x="1086101" y="1707547"/>
                </a:cubicBezTo>
                <a:cubicBezTo>
                  <a:pt x="1116210" y="1707547"/>
                  <a:pt x="1144894" y="1701110"/>
                  <a:pt x="1170983" y="1689470"/>
                </a:cubicBezTo>
                <a:lnTo>
                  <a:pt x="1188311" y="1677147"/>
                </a:lnTo>
                <a:lnTo>
                  <a:pt x="1188311" y="1910819"/>
                </a:lnTo>
                <a:lnTo>
                  <a:pt x="1186565" y="1919943"/>
                </a:lnTo>
                <a:cubicBezTo>
                  <a:pt x="1170013" y="1961225"/>
                  <a:pt x="1131263" y="1990191"/>
                  <a:pt x="1086099" y="1990191"/>
                </a:cubicBezTo>
                <a:cubicBezTo>
                  <a:pt x="1025881" y="1990191"/>
                  <a:pt x="977065" y="1938696"/>
                  <a:pt x="977065" y="1875173"/>
                </a:cubicBezTo>
                <a:lnTo>
                  <a:pt x="973553" y="1875173"/>
                </a:lnTo>
                <a:lnTo>
                  <a:pt x="957576" y="1791691"/>
                </a:lnTo>
                <a:cubicBezTo>
                  <a:pt x="924472" y="1709128"/>
                  <a:pt x="846972" y="1651195"/>
                  <a:pt x="756645" y="1651195"/>
                </a:cubicBezTo>
                <a:cubicBezTo>
                  <a:pt x="636209" y="1651195"/>
                  <a:pt x="538577" y="1754186"/>
                  <a:pt x="538577" y="1881232"/>
                </a:cubicBezTo>
                <a:lnTo>
                  <a:pt x="540338" y="1881232"/>
                </a:lnTo>
                <a:lnTo>
                  <a:pt x="532126" y="1924136"/>
                </a:lnTo>
                <a:cubicBezTo>
                  <a:pt x="515574" y="1965417"/>
                  <a:pt x="476824" y="1994384"/>
                  <a:pt x="431661" y="1994384"/>
                </a:cubicBezTo>
                <a:cubicBezTo>
                  <a:pt x="371443" y="1994384"/>
                  <a:pt x="322627" y="1942888"/>
                  <a:pt x="322627" y="1879365"/>
                </a:cubicBezTo>
                <a:lnTo>
                  <a:pt x="319115" y="1879365"/>
                </a:lnTo>
                <a:lnTo>
                  <a:pt x="303138" y="1795884"/>
                </a:lnTo>
                <a:cubicBezTo>
                  <a:pt x="270034" y="1713320"/>
                  <a:pt x="192534" y="1655387"/>
                  <a:pt x="102207" y="1655387"/>
                </a:cubicBezTo>
                <a:cubicBezTo>
                  <a:pt x="72098" y="1655387"/>
                  <a:pt x="43414" y="1661824"/>
                  <a:pt x="17325" y="1673465"/>
                </a:cubicBezTo>
                <a:lnTo>
                  <a:pt x="0" y="1685787"/>
                </a:lnTo>
                <a:lnTo>
                  <a:pt x="0" y="1452091"/>
                </a:lnTo>
                <a:lnTo>
                  <a:pt x="1742" y="1442991"/>
                </a:lnTo>
                <a:cubicBezTo>
                  <a:pt x="18294" y="1401710"/>
                  <a:pt x="57044" y="1372743"/>
                  <a:pt x="102207" y="1372743"/>
                </a:cubicBezTo>
                <a:cubicBezTo>
                  <a:pt x="162425" y="1372743"/>
                  <a:pt x="211241" y="1424239"/>
                  <a:pt x="211241" y="1487762"/>
                </a:cubicBezTo>
                <a:lnTo>
                  <a:pt x="214755" y="1487762"/>
                </a:lnTo>
                <a:lnTo>
                  <a:pt x="230732" y="1571243"/>
                </a:lnTo>
                <a:cubicBezTo>
                  <a:pt x="263836" y="1653807"/>
                  <a:pt x="341336" y="1711739"/>
                  <a:pt x="431663" y="1711739"/>
                </a:cubicBezTo>
                <a:cubicBezTo>
                  <a:pt x="552099" y="1711739"/>
                  <a:pt x="649731" y="1608749"/>
                  <a:pt x="649731" y="1481703"/>
                </a:cubicBezTo>
                <a:lnTo>
                  <a:pt x="647968" y="1481703"/>
                </a:lnTo>
                <a:lnTo>
                  <a:pt x="656180" y="1438799"/>
                </a:lnTo>
                <a:cubicBezTo>
                  <a:pt x="672732" y="1397517"/>
                  <a:pt x="711482" y="1368551"/>
                  <a:pt x="756645" y="1368551"/>
                </a:cubicBezTo>
                <a:close/>
                <a:moveTo>
                  <a:pt x="757618" y="910344"/>
                </a:moveTo>
                <a:cubicBezTo>
                  <a:pt x="817836" y="910344"/>
                  <a:pt x="866652" y="961839"/>
                  <a:pt x="866652" y="1025362"/>
                </a:cubicBezTo>
                <a:lnTo>
                  <a:pt x="870166" y="1025362"/>
                </a:lnTo>
                <a:lnTo>
                  <a:pt x="886143" y="1108844"/>
                </a:lnTo>
                <a:cubicBezTo>
                  <a:pt x="919247" y="1191407"/>
                  <a:pt x="996747" y="1249340"/>
                  <a:pt x="1087074" y="1249340"/>
                </a:cubicBezTo>
                <a:cubicBezTo>
                  <a:pt x="1117183" y="1249340"/>
                  <a:pt x="1145867" y="1242903"/>
                  <a:pt x="1171956" y="1231262"/>
                </a:cubicBezTo>
                <a:lnTo>
                  <a:pt x="1188800" y="1219282"/>
                </a:lnTo>
                <a:lnTo>
                  <a:pt x="1188800" y="1218937"/>
                </a:lnTo>
                <a:lnTo>
                  <a:pt x="1189043" y="1219110"/>
                </a:lnTo>
                <a:lnTo>
                  <a:pt x="1189286" y="1218937"/>
                </a:lnTo>
                <a:lnTo>
                  <a:pt x="1189286" y="1219282"/>
                </a:lnTo>
                <a:lnTo>
                  <a:pt x="1206130" y="1231262"/>
                </a:lnTo>
                <a:cubicBezTo>
                  <a:pt x="1232219" y="1242903"/>
                  <a:pt x="1260903" y="1249340"/>
                  <a:pt x="1291012" y="1249340"/>
                </a:cubicBezTo>
                <a:cubicBezTo>
                  <a:pt x="1381339" y="1249340"/>
                  <a:pt x="1458839" y="1191407"/>
                  <a:pt x="1491943" y="1108844"/>
                </a:cubicBezTo>
                <a:lnTo>
                  <a:pt x="1507920" y="1025362"/>
                </a:lnTo>
                <a:lnTo>
                  <a:pt x="1511434" y="1025362"/>
                </a:lnTo>
                <a:cubicBezTo>
                  <a:pt x="1511434" y="961839"/>
                  <a:pt x="1560250" y="910344"/>
                  <a:pt x="1620468" y="910344"/>
                </a:cubicBezTo>
                <a:cubicBezTo>
                  <a:pt x="1665631" y="910344"/>
                  <a:pt x="1704381" y="939310"/>
                  <a:pt x="1720933" y="980592"/>
                </a:cubicBezTo>
                <a:lnTo>
                  <a:pt x="1729145" y="1023495"/>
                </a:lnTo>
                <a:lnTo>
                  <a:pt x="1727382" y="1023495"/>
                </a:lnTo>
                <a:cubicBezTo>
                  <a:pt x="1727382" y="1150541"/>
                  <a:pt x="1825014" y="1253532"/>
                  <a:pt x="1945450" y="1253532"/>
                </a:cubicBezTo>
                <a:cubicBezTo>
                  <a:pt x="2035777" y="1253532"/>
                  <a:pt x="2113277" y="1195600"/>
                  <a:pt x="2146381" y="1113036"/>
                </a:cubicBezTo>
                <a:lnTo>
                  <a:pt x="2162358" y="1029554"/>
                </a:lnTo>
                <a:lnTo>
                  <a:pt x="2165872" y="1029554"/>
                </a:lnTo>
                <a:cubicBezTo>
                  <a:pt x="2165872" y="966031"/>
                  <a:pt x="2214688" y="914536"/>
                  <a:pt x="2274906" y="914536"/>
                </a:cubicBezTo>
                <a:cubicBezTo>
                  <a:pt x="2320069" y="914536"/>
                  <a:pt x="2358819" y="943502"/>
                  <a:pt x="2375371" y="984784"/>
                </a:cubicBezTo>
                <a:lnTo>
                  <a:pt x="2377111" y="993873"/>
                </a:lnTo>
                <a:lnTo>
                  <a:pt x="2377111" y="1253533"/>
                </a:lnTo>
                <a:lnTo>
                  <a:pt x="2377843" y="1253533"/>
                </a:lnTo>
                <a:lnTo>
                  <a:pt x="2378086" y="1253533"/>
                </a:lnTo>
                <a:lnTo>
                  <a:pt x="2378818" y="1253533"/>
                </a:lnTo>
                <a:lnTo>
                  <a:pt x="2378818" y="993873"/>
                </a:lnTo>
                <a:lnTo>
                  <a:pt x="2380558" y="984784"/>
                </a:lnTo>
                <a:cubicBezTo>
                  <a:pt x="2397110" y="943502"/>
                  <a:pt x="2435860" y="914536"/>
                  <a:pt x="2481023" y="914536"/>
                </a:cubicBezTo>
                <a:cubicBezTo>
                  <a:pt x="2541241" y="914536"/>
                  <a:pt x="2590057" y="966031"/>
                  <a:pt x="2590057" y="1029554"/>
                </a:cubicBezTo>
                <a:lnTo>
                  <a:pt x="2593571" y="1029554"/>
                </a:lnTo>
                <a:lnTo>
                  <a:pt x="2609548" y="1113036"/>
                </a:lnTo>
                <a:cubicBezTo>
                  <a:pt x="2642652" y="1195600"/>
                  <a:pt x="2720152" y="1253532"/>
                  <a:pt x="2810479" y="1253532"/>
                </a:cubicBezTo>
                <a:cubicBezTo>
                  <a:pt x="2930915" y="1253532"/>
                  <a:pt x="3028547" y="1150541"/>
                  <a:pt x="3028547" y="1023495"/>
                </a:cubicBezTo>
                <a:lnTo>
                  <a:pt x="3026784" y="1023495"/>
                </a:lnTo>
                <a:lnTo>
                  <a:pt x="3034996" y="980592"/>
                </a:lnTo>
                <a:cubicBezTo>
                  <a:pt x="3051548" y="939310"/>
                  <a:pt x="3090298" y="910344"/>
                  <a:pt x="3135461" y="910344"/>
                </a:cubicBezTo>
                <a:cubicBezTo>
                  <a:pt x="3195679" y="910344"/>
                  <a:pt x="3244495" y="961839"/>
                  <a:pt x="3244495" y="1025362"/>
                </a:cubicBezTo>
                <a:lnTo>
                  <a:pt x="3248009" y="1025362"/>
                </a:lnTo>
                <a:lnTo>
                  <a:pt x="3263986" y="1108844"/>
                </a:lnTo>
                <a:cubicBezTo>
                  <a:pt x="3297090" y="1191407"/>
                  <a:pt x="3374590" y="1249340"/>
                  <a:pt x="3464917" y="1249340"/>
                </a:cubicBezTo>
                <a:cubicBezTo>
                  <a:pt x="3495026" y="1249340"/>
                  <a:pt x="3523710" y="1242903"/>
                  <a:pt x="3549799" y="1231262"/>
                </a:cubicBezTo>
                <a:lnTo>
                  <a:pt x="3567129" y="1218937"/>
                </a:lnTo>
                <a:lnTo>
                  <a:pt x="3567129" y="1253533"/>
                </a:lnTo>
                <a:lnTo>
                  <a:pt x="3566154" y="1253533"/>
                </a:lnTo>
                <a:lnTo>
                  <a:pt x="3566154" y="1513161"/>
                </a:lnTo>
                <a:lnTo>
                  <a:pt x="3564409" y="1522281"/>
                </a:lnTo>
                <a:cubicBezTo>
                  <a:pt x="3547857" y="1563563"/>
                  <a:pt x="3509107" y="1592529"/>
                  <a:pt x="3463943" y="1592529"/>
                </a:cubicBezTo>
                <a:cubicBezTo>
                  <a:pt x="3403725" y="1592529"/>
                  <a:pt x="3354909" y="1541034"/>
                  <a:pt x="3354909" y="1477510"/>
                </a:cubicBezTo>
                <a:lnTo>
                  <a:pt x="3351397" y="1477510"/>
                </a:lnTo>
                <a:lnTo>
                  <a:pt x="3335420" y="1394029"/>
                </a:lnTo>
                <a:cubicBezTo>
                  <a:pt x="3302316" y="1311465"/>
                  <a:pt x="3224816" y="1253533"/>
                  <a:pt x="3134489" y="1253533"/>
                </a:cubicBezTo>
                <a:cubicBezTo>
                  <a:pt x="3014053" y="1253533"/>
                  <a:pt x="2916421" y="1356523"/>
                  <a:pt x="2916421" y="1483570"/>
                </a:cubicBezTo>
                <a:lnTo>
                  <a:pt x="2918182" y="1483570"/>
                </a:lnTo>
                <a:lnTo>
                  <a:pt x="2909970" y="1526473"/>
                </a:lnTo>
                <a:cubicBezTo>
                  <a:pt x="2893418" y="1567755"/>
                  <a:pt x="2854668" y="1596721"/>
                  <a:pt x="2809505" y="1596721"/>
                </a:cubicBezTo>
                <a:cubicBezTo>
                  <a:pt x="2749287" y="1596721"/>
                  <a:pt x="2700471" y="1545226"/>
                  <a:pt x="2700471" y="1481703"/>
                </a:cubicBezTo>
                <a:lnTo>
                  <a:pt x="2696959" y="1481703"/>
                </a:lnTo>
                <a:lnTo>
                  <a:pt x="2680982" y="1398221"/>
                </a:lnTo>
                <a:cubicBezTo>
                  <a:pt x="2647878" y="1315657"/>
                  <a:pt x="2570378" y="1257725"/>
                  <a:pt x="2480051" y="1257725"/>
                </a:cubicBezTo>
                <a:cubicBezTo>
                  <a:pt x="2449942" y="1257725"/>
                  <a:pt x="2421258" y="1264162"/>
                  <a:pt x="2395169" y="1275803"/>
                </a:cubicBezTo>
                <a:lnTo>
                  <a:pt x="2378086" y="1287952"/>
                </a:lnTo>
                <a:lnTo>
                  <a:pt x="2378086" y="1288125"/>
                </a:lnTo>
                <a:lnTo>
                  <a:pt x="2377965" y="1288038"/>
                </a:lnTo>
                <a:lnTo>
                  <a:pt x="2377843" y="1288125"/>
                </a:lnTo>
                <a:lnTo>
                  <a:pt x="2377843" y="1287952"/>
                </a:lnTo>
                <a:lnTo>
                  <a:pt x="2360760" y="1275803"/>
                </a:lnTo>
                <a:cubicBezTo>
                  <a:pt x="2334671" y="1264162"/>
                  <a:pt x="2305987" y="1257725"/>
                  <a:pt x="2275878" y="1257725"/>
                </a:cubicBezTo>
                <a:cubicBezTo>
                  <a:pt x="2185551" y="1257725"/>
                  <a:pt x="2108051" y="1315657"/>
                  <a:pt x="2074947" y="1398221"/>
                </a:cubicBezTo>
                <a:lnTo>
                  <a:pt x="2058970" y="1481703"/>
                </a:lnTo>
                <a:lnTo>
                  <a:pt x="2055458" y="1481703"/>
                </a:lnTo>
                <a:cubicBezTo>
                  <a:pt x="2055458" y="1545226"/>
                  <a:pt x="2006642" y="1596721"/>
                  <a:pt x="1946424" y="1596721"/>
                </a:cubicBezTo>
                <a:cubicBezTo>
                  <a:pt x="1901261" y="1596721"/>
                  <a:pt x="1862511" y="1567755"/>
                  <a:pt x="1845959" y="1526473"/>
                </a:cubicBezTo>
                <a:lnTo>
                  <a:pt x="1837747" y="1483570"/>
                </a:lnTo>
                <a:lnTo>
                  <a:pt x="1839508" y="1483570"/>
                </a:lnTo>
                <a:cubicBezTo>
                  <a:pt x="1839508" y="1356523"/>
                  <a:pt x="1741876" y="1253533"/>
                  <a:pt x="1621440" y="1253533"/>
                </a:cubicBezTo>
                <a:cubicBezTo>
                  <a:pt x="1531113" y="1253533"/>
                  <a:pt x="1453613" y="1311465"/>
                  <a:pt x="1420509" y="1394029"/>
                </a:cubicBezTo>
                <a:lnTo>
                  <a:pt x="1404532" y="1477510"/>
                </a:lnTo>
                <a:lnTo>
                  <a:pt x="1401020" y="1477510"/>
                </a:lnTo>
                <a:cubicBezTo>
                  <a:pt x="1401020" y="1541034"/>
                  <a:pt x="1352204" y="1592529"/>
                  <a:pt x="1291986" y="1592529"/>
                </a:cubicBezTo>
                <a:cubicBezTo>
                  <a:pt x="1246822" y="1592529"/>
                  <a:pt x="1208072" y="1563563"/>
                  <a:pt x="1191520" y="1522281"/>
                </a:cubicBezTo>
                <a:lnTo>
                  <a:pt x="1189775" y="1513161"/>
                </a:lnTo>
                <a:lnTo>
                  <a:pt x="1189775" y="1253533"/>
                </a:lnTo>
                <a:lnTo>
                  <a:pt x="1189286" y="1253533"/>
                </a:lnTo>
                <a:lnTo>
                  <a:pt x="1188800" y="1253533"/>
                </a:lnTo>
                <a:lnTo>
                  <a:pt x="1188311" y="1253533"/>
                </a:lnTo>
                <a:lnTo>
                  <a:pt x="1188311" y="1513161"/>
                </a:lnTo>
                <a:lnTo>
                  <a:pt x="1186566" y="1522281"/>
                </a:lnTo>
                <a:cubicBezTo>
                  <a:pt x="1170014" y="1563563"/>
                  <a:pt x="1131264" y="1592529"/>
                  <a:pt x="1086100" y="1592529"/>
                </a:cubicBezTo>
                <a:cubicBezTo>
                  <a:pt x="1025882" y="1592529"/>
                  <a:pt x="977066" y="1541034"/>
                  <a:pt x="977066" y="1477510"/>
                </a:cubicBezTo>
                <a:lnTo>
                  <a:pt x="973554" y="1477510"/>
                </a:lnTo>
                <a:lnTo>
                  <a:pt x="957577" y="1394029"/>
                </a:lnTo>
                <a:cubicBezTo>
                  <a:pt x="924473" y="1311465"/>
                  <a:pt x="846973" y="1253533"/>
                  <a:pt x="756646" y="1253533"/>
                </a:cubicBezTo>
                <a:cubicBezTo>
                  <a:pt x="636210" y="1253533"/>
                  <a:pt x="538578" y="1356523"/>
                  <a:pt x="538578" y="1483570"/>
                </a:cubicBezTo>
                <a:lnTo>
                  <a:pt x="540339" y="1483570"/>
                </a:lnTo>
                <a:lnTo>
                  <a:pt x="532127" y="1526473"/>
                </a:lnTo>
                <a:cubicBezTo>
                  <a:pt x="515575" y="1567755"/>
                  <a:pt x="476825" y="1596721"/>
                  <a:pt x="431662" y="1596721"/>
                </a:cubicBezTo>
                <a:cubicBezTo>
                  <a:pt x="371444" y="1596721"/>
                  <a:pt x="322628" y="1545226"/>
                  <a:pt x="322628" y="1481703"/>
                </a:cubicBezTo>
                <a:lnTo>
                  <a:pt x="319116" y="1481703"/>
                </a:lnTo>
                <a:lnTo>
                  <a:pt x="303139" y="1398221"/>
                </a:lnTo>
                <a:cubicBezTo>
                  <a:pt x="270035" y="1315657"/>
                  <a:pt x="192535" y="1257725"/>
                  <a:pt x="102208" y="1257725"/>
                </a:cubicBezTo>
                <a:cubicBezTo>
                  <a:pt x="72099" y="1257725"/>
                  <a:pt x="43415" y="1264162"/>
                  <a:pt x="17326" y="1275803"/>
                </a:cubicBezTo>
                <a:lnTo>
                  <a:pt x="0" y="1288125"/>
                </a:lnTo>
                <a:lnTo>
                  <a:pt x="0" y="1253533"/>
                </a:lnTo>
                <a:lnTo>
                  <a:pt x="975" y="1253533"/>
                </a:lnTo>
                <a:lnTo>
                  <a:pt x="975" y="993873"/>
                </a:lnTo>
                <a:lnTo>
                  <a:pt x="2715" y="984784"/>
                </a:lnTo>
                <a:cubicBezTo>
                  <a:pt x="19267" y="943502"/>
                  <a:pt x="58017" y="914536"/>
                  <a:pt x="103180" y="914536"/>
                </a:cubicBezTo>
                <a:cubicBezTo>
                  <a:pt x="163398" y="914536"/>
                  <a:pt x="212214" y="966031"/>
                  <a:pt x="212214" y="1029554"/>
                </a:cubicBezTo>
                <a:lnTo>
                  <a:pt x="215728" y="1029554"/>
                </a:lnTo>
                <a:lnTo>
                  <a:pt x="231705" y="1113036"/>
                </a:lnTo>
                <a:cubicBezTo>
                  <a:pt x="264809" y="1195600"/>
                  <a:pt x="342309" y="1253532"/>
                  <a:pt x="432636" y="1253532"/>
                </a:cubicBezTo>
                <a:cubicBezTo>
                  <a:pt x="553072" y="1253532"/>
                  <a:pt x="650704" y="1150541"/>
                  <a:pt x="650704" y="1023495"/>
                </a:cubicBezTo>
                <a:lnTo>
                  <a:pt x="648941" y="1023495"/>
                </a:lnTo>
                <a:lnTo>
                  <a:pt x="657153" y="980592"/>
                </a:lnTo>
                <a:cubicBezTo>
                  <a:pt x="673705" y="939310"/>
                  <a:pt x="712455" y="910344"/>
                  <a:pt x="757618" y="910344"/>
                </a:cubicBezTo>
                <a:close/>
                <a:moveTo>
                  <a:pt x="3135462" y="512681"/>
                </a:moveTo>
                <a:cubicBezTo>
                  <a:pt x="3195680" y="512681"/>
                  <a:pt x="3244496" y="564176"/>
                  <a:pt x="3244496" y="627700"/>
                </a:cubicBezTo>
                <a:lnTo>
                  <a:pt x="3248010" y="627700"/>
                </a:lnTo>
                <a:lnTo>
                  <a:pt x="3263987" y="711181"/>
                </a:lnTo>
                <a:cubicBezTo>
                  <a:pt x="3297091" y="793745"/>
                  <a:pt x="3374591" y="851677"/>
                  <a:pt x="3464918" y="851677"/>
                </a:cubicBezTo>
                <a:cubicBezTo>
                  <a:pt x="3495027" y="851677"/>
                  <a:pt x="3523711" y="845240"/>
                  <a:pt x="3549800" y="833600"/>
                </a:cubicBezTo>
                <a:lnTo>
                  <a:pt x="3567129" y="821275"/>
                </a:lnTo>
                <a:lnTo>
                  <a:pt x="3567129" y="1054943"/>
                </a:lnTo>
                <a:lnTo>
                  <a:pt x="3565382" y="1064073"/>
                </a:lnTo>
                <a:cubicBezTo>
                  <a:pt x="3548830" y="1105355"/>
                  <a:pt x="3510080" y="1134321"/>
                  <a:pt x="3464916" y="1134321"/>
                </a:cubicBezTo>
                <a:cubicBezTo>
                  <a:pt x="3404698" y="1134321"/>
                  <a:pt x="3355882" y="1082826"/>
                  <a:pt x="3355882" y="1019303"/>
                </a:cubicBezTo>
                <a:lnTo>
                  <a:pt x="3352370" y="1019303"/>
                </a:lnTo>
                <a:lnTo>
                  <a:pt x="3336393" y="935821"/>
                </a:lnTo>
                <a:cubicBezTo>
                  <a:pt x="3303289" y="853257"/>
                  <a:pt x="3225789" y="795325"/>
                  <a:pt x="3135462" y="795325"/>
                </a:cubicBezTo>
                <a:cubicBezTo>
                  <a:pt x="3015026" y="795325"/>
                  <a:pt x="2917394" y="898316"/>
                  <a:pt x="2917394" y="1025362"/>
                </a:cubicBezTo>
                <a:lnTo>
                  <a:pt x="2919155" y="1025362"/>
                </a:lnTo>
                <a:lnTo>
                  <a:pt x="2910943" y="1068265"/>
                </a:lnTo>
                <a:cubicBezTo>
                  <a:pt x="2894391" y="1109547"/>
                  <a:pt x="2855641" y="1138513"/>
                  <a:pt x="2810478" y="1138513"/>
                </a:cubicBezTo>
                <a:cubicBezTo>
                  <a:pt x="2750260" y="1138513"/>
                  <a:pt x="2701444" y="1087018"/>
                  <a:pt x="2701444" y="1023495"/>
                </a:cubicBezTo>
                <a:lnTo>
                  <a:pt x="2697932" y="1023495"/>
                </a:lnTo>
                <a:lnTo>
                  <a:pt x="2681955" y="940013"/>
                </a:lnTo>
                <a:cubicBezTo>
                  <a:pt x="2648851" y="857449"/>
                  <a:pt x="2571351" y="799517"/>
                  <a:pt x="2481024" y="799517"/>
                </a:cubicBezTo>
                <a:cubicBezTo>
                  <a:pt x="2450915" y="799517"/>
                  <a:pt x="2422231" y="805954"/>
                  <a:pt x="2396142" y="817595"/>
                </a:cubicBezTo>
                <a:lnTo>
                  <a:pt x="2378818" y="829916"/>
                </a:lnTo>
                <a:lnTo>
                  <a:pt x="2378818" y="596215"/>
                </a:lnTo>
                <a:lnTo>
                  <a:pt x="2380559" y="587121"/>
                </a:lnTo>
                <a:cubicBezTo>
                  <a:pt x="2397111" y="545839"/>
                  <a:pt x="2435861" y="516873"/>
                  <a:pt x="2481024" y="516873"/>
                </a:cubicBezTo>
                <a:cubicBezTo>
                  <a:pt x="2541242" y="516873"/>
                  <a:pt x="2590058" y="568368"/>
                  <a:pt x="2590058" y="631892"/>
                </a:cubicBezTo>
                <a:lnTo>
                  <a:pt x="2593572" y="631892"/>
                </a:lnTo>
                <a:lnTo>
                  <a:pt x="2609549" y="715373"/>
                </a:lnTo>
                <a:cubicBezTo>
                  <a:pt x="2642653" y="797937"/>
                  <a:pt x="2720153" y="855869"/>
                  <a:pt x="2810480" y="855869"/>
                </a:cubicBezTo>
                <a:cubicBezTo>
                  <a:pt x="2930916" y="855869"/>
                  <a:pt x="3028548" y="752879"/>
                  <a:pt x="3028548" y="625832"/>
                </a:cubicBezTo>
                <a:lnTo>
                  <a:pt x="3026785" y="625832"/>
                </a:lnTo>
                <a:lnTo>
                  <a:pt x="3034997" y="582929"/>
                </a:lnTo>
                <a:cubicBezTo>
                  <a:pt x="3051549" y="541647"/>
                  <a:pt x="3090299" y="512681"/>
                  <a:pt x="3135462" y="512681"/>
                </a:cubicBezTo>
                <a:close/>
                <a:moveTo>
                  <a:pt x="757619" y="512681"/>
                </a:moveTo>
                <a:cubicBezTo>
                  <a:pt x="817837" y="512681"/>
                  <a:pt x="866653" y="564176"/>
                  <a:pt x="866653" y="627700"/>
                </a:cubicBezTo>
                <a:lnTo>
                  <a:pt x="870167" y="627700"/>
                </a:lnTo>
                <a:lnTo>
                  <a:pt x="886144" y="711181"/>
                </a:lnTo>
                <a:cubicBezTo>
                  <a:pt x="919248" y="793745"/>
                  <a:pt x="996748" y="851677"/>
                  <a:pt x="1087075" y="851677"/>
                </a:cubicBezTo>
                <a:cubicBezTo>
                  <a:pt x="1117184" y="851677"/>
                  <a:pt x="1145868" y="845240"/>
                  <a:pt x="1171957" y="833600"/>
                </a:cubicBezTo>
                <a:lnTo>
                  <a:pt x="1188800" y="821621"/>
                </a:lnTo>
                <a:lnTo>
                  <a:pt x="1188800" y="821275"/>
                </a:lnTo>
                <a:lnTo>
                  <a:pt x="1189043" y="821448"/>
                </a:lnTo>
                <a:lnTo>
                  <a:pt x="1189286" y="821275"/>
                </a:lnTo>
                <a:lnTo>
                  <a:pt x="1189286" y="821621"/>
                </a:lnTo>
                <a:lnTo>
                  <a:pt x="1206129" y="833600"/>
                </a:lnTo>
                <a:cubicBezTo>
                  <a:pt x="1232218" y="845240"/>
                  <a:pt x="1260902" y="851677"/>
                  <a:pt x="1291011" y="851677"/>
                </a:cubicBezTo>
                <a:cubicBezTo>
                  <a:pt x="1381338" y="851677"/>
                  <a:pt x="1458838" y="793745"/>
                  <a:pt x="1491942" y="711181"/>
                </a:cubicBezTo>
                <a:lnTo>
                  <a:pt x="1507919" y="627700"/>
                </a:lnTo>
                <a:lnTo>
                  <a:pt x="1511433" y="627700"/>
                </a:lnTo>
                <a:cubicBezTo>
                  <a:pt x="1511433" y="564176"/>
                  <a:pt x="1560249" y="512681"/>
                  <a:pt x="1620467" y="512681"/>
                </a:cubicBezTo>
                <a:cubicBezTo>
                  <a:pt x="1665630" y="512681"/>
                  <a:pt x="1704380" y="541647"/>
                  <a:pt x="1720932" y="582929"/>
                </a:cubicBezTo>
                <a:lnTo>
                  <a:pt x="1729144" y="625832"/>
                </a:lnTo>
                <a:lnTo>
                  <a:pt x="1727381" y="625832"/>
                </a:lnTo>
                <a:cubicBezTo>
                  <a:pt x="1727381" y="752879"/>
                  <a:pt x="1825013" y="855869"/>
                  <a:pt x="1945449" y="855869"/>
                </a:cubicBezTo>
                <a:cubicBezTo>
                  <a:pt x="2035776" y="855869"/>
                  <a:pt x="2113276" y="797937"/>
                  <a:pt x="2146380" y="715373"/>
                </a:cubicBezTo>
                <a:lnTo>
                  <a:pt x="2162357" y="631892"/>
                </a:lnTo>
                <a:lnTo>
                  <a:pt x="2165871" y="631892"/>
                </a:lnTo>
                <a:cubicBezTo>
                  <a:pt x="2165871" y="568368"/>
                  <a:pt x="2214687" y="516873"/>
                  <a:pt x="2274905" y="516873"/>
                </a:cubicBezTo>
                <a:cubicBezTo>
                  <a:pt x="2320068" y="516873"/>
                  <a:pt x="2358818" y="545839"/>
                  <a:pt x="2375370" y="587121"/>
                </a:cubicBezTo>
                <a:lnTo>
                  <a:pt x="2377111" y="596215"/>
                </a:lnTo>
                <a:lnTo>
                  <a:pt x="2377111" y="829916"/>
                </a:lnTo>
                <a:lnTo>
                  <a:pt x="2359787" y="817595"/>
                </a:lnTo>
                <a:cubicBezTo>
                  <a:pt x="2333698" y="805954"/>
                  <a:pt x="2305014" y="799517"/>
                  <a:pt x="2274905" y="799517"/>
                </a:cubicBezTo>
                <a:cubicBezTo>
                  <a:pt x="2184578" y="799517"/>
                  <a:pt x="2107078" y="857449"/>
                  <a:pt x="2073974" y="940013"/>
                </a:cubicBezTo>
                <a:lnTo>
                  <a:pt x="2057997" y="1023495"/>
                </a:lnTo>
                <a:lnTo>
                  <a:pt x="2054485" y="1023495"/>
                </a:lnTo>
                <a:cubicBezTo>
                  <a:pt x="2054485" y="1087018"/>
                  <a:pt x="2005669" y="1138513"/>
                  <a:pt x="1945451" y="1138513"/>
                </a:cubicBezTo>
                <a:cubicBezTo>
                  <a:pt x="1900288" y="1138513"/>
                  <a:pt x="1861538" y="1109547"/>
                  <a:pt x="1844986" y="1068265"/>
                </a:cubicBezTo>
                <a:lnTo>
                  <a:pt x="1836774" y="1025362"/>
                </a:lnTo>
                <a:lnTo>
                  <a:pt x="1838535" y="1025362"/>
                </a:lnTo>
                <a:cubicBezTo>
                  <a:pt x="1838535" y="898316"/>
                  <a:pt x="1740903" y="795325"/>
                  <a:pt x="1620467" y="795325"/>
                </a:cubicBezTo>
                <a:cubicBezTo>
                  <a:pt x="1530140" y="795325"/>
                  <a:pt x="1452640" y="853257"/>
                  <a:pt x="1419536" y="935821"/>
                </a:cubicBezTo>
                <a:lnTo>
                  <a:pt x="1403559" y="1019303"/>
                </a:lnTo>
                <a:lnTo>
                  <a:pt x="1400047" y="1019303"/>
                </a:lnTo>
                <a:cubicBezTo>
                  <a:pt x="1400047" y="1082826"/>
                  <a:pt x="1351231" y="1134321"/>
                  <a:pt x="1291013" y="1134321"/>
                </a:cubicBezTo>
                <a:cubicBezTo>
                  <a:pt x="1245849" y="1134321"/>
                  <a:pt x="1207099" y="1105355"/>
                  <a:pt x="1190547" y="1064073"/>
                </a:cubicBezTo>
                <a:lnTo>
                  <a:pt x="1189043" y="1056213"/>
                </a:lnTo>
                <a:lnTo>
                  <a:pt x="1187539" y="1064073"/>
                </a:lnTo>
                <a:cubicBezTo>
                  <a:pt x="1170987" y="1105355"/>
                  <a:pt x="1132237" y="1134321"/>
                  <a:pt x="1087073" y="1134321"/>
                </a:cubicBezTo>
                <a:cubicBezTo>
                  <a:pt x="1026855" y="1134321"/>
                  <a:pt x="978039" y="1082826"/>
                  <a:pt x="978039" y="1019303"/>
                </a:cubicBezTo>
                <a:lnTo>
                  <a:pt x="974527" y="1019303"/>
                </a:lnTo>
                <a:lnTo>
                  <a:pt x="958550" y="935821"/>
                </a:lnTo>
                <a:cubicBezTo>
                  <a:pt x="925446" y="853257"/>
                  <a:pt x="847946" y="795325"/>
                  <a:pt x="757619" y="795325"/>
                </a:cubicBezTo>
                <a:cubicBezTo>
                  <a:pt x="637183" y="795325"/>
                  <a:pt x="539551" y="898316"/>
                  <a:pt x="539551" y="1025362"/>
                </a:cubicBezTo>
                <a:lnTo>
                  <a:pt x="541312" y="1025362"/>
                </a:lnTo>
                <a:lnTo>
                  <a:pt x="533100" y="1068265"/>
                </a:lnTo>
                <a:cubicBezTo>
                  <a:pt x="516548" y="1109547"/>
                  <a:pt x="477798" y="1138513"/>
                  <a:pt x="432635" y="1138513"/>
                </a:cubicBezTo>
                <a:cubicBezTo>
                  <a:pt x="372417" y="1138513"/>
                  <a:pt x="323601" y="1087018"/>
                  <a:pt x="323601" y="1023495"/>
                </a:cubicBezTo>
                <a:lnTo>
                  <a:pt x="320089" y="1023495"/>
                </a:lnTo>
                <a:lnTo>
                  <a:pt x="304112" y="940013"/>
                </a:lnTo>
                <a:cubicBezTo>
                  <a:pt x="271008" y="857449"/>
                  <a:pt x="193508" y="799517"/>
                  <a:pt x="103181" y="799517"/>
                </a:cubicBezTo>
                <a:cubicBezTo>
                  <a:pt x="73072" y="799517"/>
                  <a:pt x="44388" y="805954"/>
                  <a:pt x="18299" y="817595"/>
                </a:cubicBezTo>
                <a:lnTo>
                  <a:pt x="975" y="829916"/>
                </a:lnTo>
                <a:lnTo>
                  <a:pt x="975" y="596215"/>
                </a:lnTo>
                <a:lnTo>
                  <a:pt x="2716" y="587121"/>
                </a:lnTo>
                <a:cubicBezTo>
                  <a:pt x="19268" y="545839"/>
                  <a:pt x="58018" y="516873"/>
                  <a:pt x="103181" y="516873"/>
                </a:cubicBezTo>
                <a:cubicBezTo>
                  <a:pt x="163399" y="516873"/>
                  <a:pt x="212215" y="568368"/>
                  <a:pt x="212215" y="631892"/>
                </a:cubicBezTo>
                <a:lnTo>
                  <a:pt x="215729" y="631892"/>
                </a:lnTo>
                <a:lnTo>
                  <a:pt x="231706" y="715373"/>
                </a:lnTo>
                <a:cubicBezTo>
                  <a:pt x="264810" y="797937"/>
                  <a:pt x="342310" y="855869"/>
                  <a:pt x="432637" y="855869"/>
                </a:cubicBezTo>
                <a:cubicBezTo>
                  <a:pt x="553073" y="855869"/>
                  <a:pt x="650705" y="752879"/>
                  <a:pt x="650705" y="625832"/>
                </a:cubicBezTo>
                <a:lnTo>
                  <a:pt x="648942" y="625832"/>
                </a:lnTo>
                <a:lnTo>
                  <a:pt x="657154" y="582929"/>
                </a:lnTo>
                <a:cubicBezTo>
                  <a:pt x="673706" y="541647"/>
                  <a:pt x="712456" y="512681"/>
                  <a:pt x="757619" y="512681"/>
                </a:cubicBezTo>
                <a:close/>
                <a:moveTo>
                  <a:pt x="3135463" y="115019"/>
                </a:moveTo>
                <a:cubicBezTo>
                  <a:pt x="3195681" y="115019"/>
                  <a:pt x="3244497" y="166514"/>
                  <a:pt x="3244497" y="230037"/>
                </a:cubicBezTo>
                <a:lnTo>
                  <a:pt x="3248011" y="230037"/>
                </a:lnTo>
                <a:lnTo>
                  <a:pt x="3263988" y="313519"/>
                </a:lnTo>
                <a:cubicBezTo>
                  <a:pt x="3297092" y="396083"/>
                  <a:pt x="3374592" y="454015"/>
                  <a:pt x="3464919" y="454015"/>
                </a:cubicBezTo>
                <a:cubicBezTo>
                  <a:pt x="3495028" y="454015"/>
                  <a:pt x="3523712" y="447578"/>
                  <a:pt x="3549801" y="435937"/>
                </a:cubicBezTo>
                <a:lnTo>
                  <a:pt x="3567129" y="423614"/>
                </a:lnTo>
                <a:lnTo>
                  <a:pt x="3567129" y="657286"/>
                </a:lnTo>
                <a:lnTo>
                  <a:pt x="3565383" y="666411"/>
                </a:lnTo>
                <a:cubicBezTo>
                  <a:pt x="3548831" y="707693"/>
                  <a:pt x="3510081" y="736659"/>
                  <a:pt x="3464917" y="736659"/>
                </a:cubicBezTo>
                <a:cubicBezTo>
                  <a:pt x="3404699" y="736659"/>
                  <a:pt x="3355883" y="685163"/>
                  <a:pt x="3355883" y="621640"/>
                </a:cubicBezTo>
                <a:lnTo>
                  <a:pt x="3352371" y="621640"/>
                </a:lnTo>
                <a:lnTo>
                  <a:pt x="3336394" y="538159"/>
                </a:lnTo>
                <a:cubicBezTo>
                  <a:pt x="3303290" y="455595"/>
                  <a:pt x="3225790" y="397663"/>
                  <a:pt x="3135463" y="397663"/>
                </a:cubicBezTo>
                <a:cubicBezTo>
                  <a:pt x="3015027" y="397663"/>
                  <a:pt x="2917395" y="500653"/>
                  <a:pt x="2917395" y="627700"/>
                </a:cubicBezTo>
                <a:lnTo>
                  <a:pt x="2919156" y="627700"/>
                </a:lnTo>
                <a:lnTo>
                  <a:pt x="2910944" y="670603"/>
                </a:lnTo>
                <a:cubicBezTo>
                  <a:pt x="2894392" y="711885"/>
                  <a:pt x="2855642" y="740851"/>
                  <a:pt x="2810479" y="740851"/>
                </a:cubicBezTo>
                <a:cubicBezTo>
                  <a:pt x="2750261" y="740851"/>
                  <a:pt x="2701445" y="689356"/>
                  <a:pt x="2701445" y="625832"/>
                </a:cubicBezTo>
                <a:lnTo>
                  <a:pt x="2697933" y="625832"/>
                </a:lnTo>
                <a:lnTo>
                  <a:pt x="2681956" y="542351"/>
                </a:lnTo>
                <a:cubicBezTo>
                  <a:pt x="2648852" y="459787"/>
                  <a:pt x="2571352" y="401855"/>
                  <a:pt x="2481025" y="401855"/>
                </a:cubicBezTo>
                <a:cubicBezTo>
                  <a:pt x="2450916" y="401855"/>
                  <a:pt x="2422232" y="408292"/>
                  <a:pt x="2396143" y="419932"/>
                </a:cubicBezTo>
                <a:lnTo>
                  <a:pt x="2378818" y="432254"/>
                </a:lnTo>
                <a:lnTo>
                  <a:pt x="2378818" y="198558"/>
                </a:lnTo>
                <a:lnTo>
                  <a:pt x="2380560" y="189459"/>
                </a:lnTo>
                <a:cubicBezTo>
                  <a:pt x="2397112" y="148177"/>
                  <a:pt x="2435862" y="119211"/>
                  <a:pt x="2481025" y="119211"/>
                </a:cubicBezTo>
                <a:cubicBezTo>
                  <a:pt x="2541243" y="119211"/>
                  <a:pt x="2590059" y="170706"/>
                  <a:pt x="2590059" y="234229"/>
                </a:cubicBezTo>
                <a:lnTo>
                  <a:pt x="2593573" y="234229"/>
                </a:lnTo>
                <a:lnTo>
                  <a:pt x="2609550" y="317711"/>
                </a:lnTo>
                <a:cubicBezTo>
                  <a:pt x="2642654" y="400274"/>
                  <a:pt x="2720154" y="458207"/>
                  <a:pt x="2810481" y="458207"/>
                </a:cubicBezTo>
                <a:cubicBezTo>
                  <a:pt x="2930917" y="458207"/>
                  <a:pt x="3028549" y="355216"/>
                  <a:pt x="3028549" y="228170"/>
                </a:cubicBezTo>
                <a:lnTo>
                  <a:pt x="3026786" y="228170"/>
                </a:lnTo>
                <a:lnTo>
                  <a:pt x="3034998" y="185267"/>
                </a:lnTo>
                <a:cubicBezTo>
                  <a:pt x="3051550" y="143985"/>
                  <a:pt x="3090300" y="115019"/>
                  <a:pt x="3135463" y="115019"/>
                </a:cubicBezTo>
                <a:close/>
                <a:moveTo>
                  <a:pt x="757620" y="115019"/>
                </a:moveTo>
                <a:cubicBezTo>
                  <a:pt x="817838" y="115019"/>
                  <a:pt x="866654" y="166514"/>
                  <a:pt x="866654" y="230037"/>
                </a:cubicBezTo>
                <a:lnTo>
                  <a:pt x="870168" y="230037"/>
                </a:lnTo>
                <a:lnTo>
                  <a:pt x="886145" y="313519"/>
                </a:lnTo>
                <a:cubicBezTo>
                  <a:pt x="919249" y="396082"/>
                  <a:pt x="996749" y="454015"/>
                  <a:pt x="1087076" y="454015"/>
                </a:cubicBezTo>
                <a:cubicBezTo>
                  <a:pt x="1117185" y="454015"/>
                  <a:pt x="1145869" y="447578"/>
                  <a:pt x="1171958" y="435937"/>
                </a:cubicBezTo>
                <a:lnTo>
                  <a:pt x="1188800" y="423960"/>
                </a:lnTo>
                <a:lnTo>
                  <a:pt x="1188800" y="423614"/>
                </a:lnTo>
                <a:lnTo>
                  <a:pt x="1189043" y="423787"/>
                </a:lnTo>
                <a:lnTo>
                  <a:pt x="1189286" y="423614"/>
                </a:lnTo>
                <a:lnTo>
                  <a:pt x="1189286" y="423960"/>
                </a:lnTo>
                <a:lnTo>
                  <a:pt x="1206128" y="435937"/>
                </a:lnTo>
                <a:cubicBezTo>
                  <a:pt x="1232217" y="447578"/>
                  <a:pt x="1260901" y="454015"/>
                  <a:pt x="1291010" y="454015"/>
                </a:cubicBezTo>
                <a:cubicBezTo>
                  <a:pt x="1381337" y="454015"/>
                  <a:pt x="1458837" y="396083"/>
                  <a:pt x="1491941" y="313519"/>
                </a:cubicBezTo>
                <a:lnTo>
                  <a:pt x="1507918" y="230037"/>
                </a:lnTo>
                <a:lnTo>
                  <a:pt x="1511432" y="230037"/>
                </a:lnTo>
                <a:cubicBezTo>
                  <a:pt x="1511432" y="166514"/>
                  <a:pt x="1560248" y="115019"/>
                  <a:pt x="1620466" y="115019"/>
                </a:cubicBezTo>
                <a:cubicBezTo>
                  <a:pt x="1665629" y="115019"/>
                  <a:pt x="1704379" y="143985"/>
                  <a:pt x="1720931" y="185267"/>
                </a:cubicBezTo>
                <a:lnTo>
                  <a:pt x="1729143" y="228170"/>
                </a:lnTo>
                <a:lnTo>
                  <a:pt x="1727380" y="228170"/>
                </a:lnTo>
                <a:cubicBezTo>
                  <a:pt x="1727380" y="355216"/>
                  <a:pt x="1825012" y="458207"/>
                  <a:pt x="1945448" y="458207"/>
                </a:cubicBezTo>
                <a:cubicBezTo>
                  <a:pt x="2035775" y="458207"/>
                  <a:pt x="2113275" y="400274"/>
                  <a:pt x="2146379" y="317711"/>
                </a:cubicBezTo>
                <a:lnTo>
                  <a:pt x="2162356" y="234229"/>
                </a:lnTo>
                <a:lnTo>
                  <a:pt x="2165870" y="234229"/>
                </a:lnTo>
                <a:cubicBezTo>
                  <a:pt x="2165870" y="170706"/>
                  <a:pt x="2214686" y="119211"/>
                  <a:pt x="2274904" y="119211"/>
                </a:cubicBezTo>
                <a:cubicBezTo>
                  <a:pt x="2320067" y="119211"/>
                  <a:pt x="2358817" y="148177"/>
                  <a:pt x="2375369" y="189459"/>
                </a:cubicBezTo>
                <a:lnTo>
                  <a:pt x="2377111" y="198558"/>
                </a:lnTo>
                <a:lnTo>
                  <a:pt x="2377111" y="432254"/>
                </a:lnTo>
                <a:lnTo>
                  <a:pt x="2359786" y="419932"/>
                </a:lnTo>
                <a:cubicBezTo>
                  <a:pt x="2333697" y="408292"/>
                  <a:pt x="2305013" y="401855"/>
                  <a:pt x="2274904" y="401855"/>
                </a:cubicBezTo>
                <a:cubicBezTo>
                  <a:pt x="2184577" y="401855"/>
                  <a:pt x="2107077" y="459787"/>
                  <a:pt x="2073973" y="542351"/>
                </a:cubicBezTo>
                <a:lnTo>
                  <a:pt x="2057996" y="625832"/>
                </a:lnTo>
                <a:lnTo>
                  <a:pt x="2054484" y="625832"/>
                </a:lnTo>
                <a:cubicBezTo>
                  <a:pt x="2054484" y="689356"/>
                  <a:pt x="2005668" y="740851"/>
                  <a:pt x="1945450" y="740851"/>
                </a:cubicBezTo>
                <a:cubicBezTo>
                  <a:pt x="1900287" y="740851"/>
                  <a:pt x="1861537" y="711885"/>
                  <a:pt x="1844985" y="670603"/>
                </a:cubicBezTo>
                <a:lnTo>
                  <a:pt x="1836773" y="627700"/>
                </a:lnTo>
                <a:lnTo>
                  <a:pt x="1838534" y="627700"/>
                </a:lnTo>
                <a:cubicBezTo>
                  <a:pt x="1838534" y="500653"/>
                  <a:pt x="1740902" y="397663"/>
                  <a:pt x="1620466" y="397663"/>
                </a:cubicBezTo>
                <a:cubicBezTo>
                  <a:pt x="1530139" y="397663"/>
                  <a:pt x="1452639" y="455595"/>
                  <a:pt x="1419535" y="538159"/>
                </a:cubicBezTo>
                <a:lnTo>
                  <a:pt x="1403558" y="621640"/>
                </a:lnTo>
                <a:lnTo>
                  <a:pt x="1400046" y="621640"/>
                </a:lnTo>
                <a:cubicBezTo>
                  <a:pt x="1400046" y="685163"/>
                  <a:pt x="1351230" y="736659"/>
                  <a:pt x="1291012" y="736659"/>
                </a:cubicBezTo>
                <a:cubicBezTo>
                  <a:pt x="1245848" y="736659"/>
                  <a:pt x="1207098" y="707693"/>
                  <a:pt x="1190546" y="666411"/>
                </a:cubicBezTo>
                <a:lnTo>
                  <a:pt x="1189043" y="658556"/>
                </a:lnTo>
                <a:lnTo>
                  <a:pt x="1187540" y="666411"/>
                </a:lnTo>
                <a:cubicBezTo>
                  <a:pt x="1170988" y="707693"/>
                  <a:pt x="1132238" y="736659"/>
                  <a:pt x="1087074" y="736659"/>
                </a:cubicBezTo>
                <a:cubicBezTo>
                  <a:pt x="1026856" y="736659"/>
                  <a:pt x="978040" y="685163"/>
                  <a:pt x="978040" y="621640"/>
                </a:cubicBezTo>
                <a:lnTo>
                  <a:pt x="974528" y="621640"/>
                </a:lnTo>
                <a:lnTo>
                  <a:pt x="958551" y="538159"/>
                </a:lnTo>
                <a:cubicBezTo>
                  <a:pt x="925447" y="455595"/>
                  <a:pt x="847947" y="397663"/>
                  <a:pt x="757620" y="397663"/>
                </a:cubicBezTo>
                <a:cubicBezTo>
                  <a:pt x="637184" y="397663"/>
                  <a:pt x="539552" y="500653"/>
                  <a:pt x="539552" y="627700"/>
                </a:cubicBezTo>
                <a:lnTo>
                  <a:pt x="541313" y="627700"/>
                </a:lnTo>
                <a:lnTo>
                  <a:pt x="533101" y="670603"/>
                </a:lnTo>
                <a:cubicBezTo>
                  <a:pt x="516549" y="711885"/>
                  <a:pt x="477799" y="740851"/>
                  <a:pt x="432636" y="740851"/>
                </a:cubicBezTo>
                <a:cubicBezTo>
                  <a:pt x="372418" y="740851"/>
                  <a:pt x="323602" y="689356"/>
                  <a:pt x="323602" y="625832"/>
                </a:cubicBezTo>
                <a:lnTo>
                  <a:pt x="320090" y="625832"/>
                </a:lnTo>
                <a:lnTo>
                  <a:pt x="304113" y="542351"/>
                </a:lnTo>
                <a:cubicBezTo>
                  <a:pt x="271009" y="459787"/>
                  <a:pt x="193509" y="401855"/>
                  <a:pt x="103182" y="401855"/>
                </a:cubicBezTo>
                <a:cubicBezTo>
                  <a:pt x="73073" y="401855"/>
                  <a:pt x="44389" y="408292"/>
                  <a:pt x="18300" y="419932"/>
                </a:cubicBezTo>
                <a:lnTo>
                  <a:pt x="975" y="432254"/>
                </a:lnTo>
                <a:lnTo>
                  <a:pt x="975" y="198558"/>
                </a:lnTo>
                <a:lnTo>
                  <a:pt x="2717" y="189459"/>
                </a:lnTo>
                <a:cubicBezTo>
                  <a:pt x="19269" y="148177"/>
                  <a:pt x="58019" y="119211"/>
                  <a:pt x="103182" y="119211"/>
                </a:cubicBezTo>
                <a:cubicBezTo>
                  <a:pt x="163400" y="119211"/>
                  <a:pt x="212216" y="170706"/>
                  <a:pt x="212216" y="234229"/>
                </a:cubicBezTo>
                <a:lnTo>
                  <a:pt x="215730" y="234229"/>
                </a:lnTo>
                <a:lnTo>
                  <a:pt x="231707" y="317711"/>
                </a:lnTo>
                <a:cubicBezTo>
                  <a:pt x="264811" y="400274"/>
                  <a:pt x="342311" y="458207"/>
                  <a:pt x="432638" y="458207"/>
                </a:cubicBezTo>
                <a:cubicBezTo>
                  <a:pt x="553074" y="458207"/>
                  <a:pt x="650706" y="355216"/>
                  <a:pt x="650706" y="228170"/>
                </a:cubicBezTo>
                <a:lnTo>
                  <a:pt x="648943" y="228170"/>
                </a:lnTo>
                <a:lnTo>
                  <a:pt x="657155" y="185267"/>
                </a:lnTo>
                <a:cubicBezTo>
                  <a:pt x="673707" y="143985"/>
                  <a:pt x="712457" y="115019"/>
                  <a:pt x="757620" y="115019"/>
                </a:cubicBezTo>
                <a:close/>
                <a:moveTo>
                  <a:pt x="3135464" y="0"/>
                </a:moveTo>
                <a:lnTo>
                  <a:pt x="3567129" y="0"/>
                </a:lnTo>
                <a:lnTo>
                  <a:pt x="3567129" y="259629"/>
                </a:lnTo>
                <a:lnTo>
                  <a:pt x="3565384" y="268748"/>
                </a:lnTo>
                <a:cubicBezTo>
                  <a:pt x="3548832" y="310030"/>
                  <a:pt x="3510082" y="338996"/>
                  <a:pt x="3464918" y="338996"/>
                </a:cubicBezTo>
                <a:cubicBezTo>
                  <a:pt x="3404700" y="338996"/>
                  <a:pt x="3355884" y="287501"/>
                  <a:pt x="3355884" y="223978"/>
                </a:cubicBezTo>
                <a:lnTo>
                  <a:pt x="3352372" y="223978"/>
                </a:lnTo>
                <a:lnTo>
                  <a:pt x="3336395" y="140496"/>
                </a:lnTo>
                <a:cubicBezTo>
                  <a:pt x="3303291" y="57933"/>
                  <a:pt x="3225791" y="0"/>
                  <a:pt x="3135464" y="0"/>
                </a:cubicBezTo>
                <a:close/>
                <a:moveTo>
                  <a:pt x="2378818" y="0"/>
                </a:moveTo>
                <a:lnTo>
                  <a:pt x="3135464" y="0"/>
                </a:lnTo>
                <a:cubicBezTo>
                  <a:pt x="3015028" y="0"/>
                  <a:pt x="2917396" y="102991"/>
                  <a:pt x="2917396" y="230037"/>
                </a:cubicBezTo>
                <a:lnTo>
                  <a:pt x="2919157" y="230037"/>
                </a:lnTo>
                <a:lnTo>
                  <a:pt x="2910945" y="272940"/>
                </a:lnTo>
                <a:cubicBezTo>
                  <a:pt x="2894393" y="314222"/>
                  <a:pt x="2855643" y="343188"/>
                  <a:pt x="2810480" y="343188"/>
                </a:cubicBezTo>
                <a:cubicBezTo>
                  <a:pt x="2750262" y="343188"/>
                  <a:pt x="2701446" y="291693"/>
                  <a:pt x="2701446" y="228170"/>
                </a:cubicBezTo>
                <a:lnTo>
                  <a:pt x="2697934" y="228170"/>
                </a:lnTo>
                <a:lnTo>
                  <a:pt x="2681957" y="144688"/>
                </a:lnTo>
                <a:cubicBezTo>
                  <a:pt x="2648853" y="62124"/>
                  <a:pt x="2571353" y="4192"/>
                  <a:pt x="2481026" y="4192"/>
                </a:cubicBezTo>
                <a:cubicBezTo>
                  <a:pt x="2450917" y="4192"/>
                  <a:pt x="2422233" y="10629"/>
                  <a:pt x="2396144" y="22270"/>
                </a:cubicBezTo>
                <a:lnTo>
                  <a:pt x="2378818" y="34592"/>
                </a:lnTo>
                <a:close/>
                <a:moveTo>
                  <a:pt x="1620465" y="0"/>
                </a:moveTo>
                <a:lnTo>
                  <a:pt x="2377111" y="0"/>
                </a:lnTo>
                <a:lnTo>
                  <a:pt x="2377111" y="34592"/>
                </a:lnTo>
                <a:lnTo>
                  <a:pt x="2359785" y="22270"/>
                </a:lnTo>
                <a:cubicBezTo>
                  <a:pt x="2333696" y="10629"/>
                  <a:pt x="2305012" y="4192"/>
                  <a:pt x="2274903" y="4192"/>
                </a:cubicBezTo>
                <a:cubicBezTo>
                  <a:pt x="2184576" y="4192"/>
                  <a:pt x="2107076" y="62124"/>
                  <a:pt x="2073972" y="144688"/>
                </a:cubicBezTo>
                <a:lnTo>
                  <a:pt x="2057995" y="228170"/>
                </a:lnTo>
                <a:lnTo>
                  <a:pt x="2054483" y="228170"/>
                </a:lnTo>
                <a:cubicBezTo>
                  <a:pt x="2054483" y="291693"/>
                  <a:pt x="2005667" y="343188"/>
                  <a:pt x="1945449" y="343188"/>
                </a:cubicBezTo>
                <a:cubicBezTo>
                  <a:pt x="1900286" y="343188"/>
                  <a:pt x="1861536" y="314222"/>
                  <a:pt x="1844984" y="272940"/>
                </a:cubicBezTo>
                <a:lnTo>
                  <a:pt x="1836772" y="230037"/>
                </a:lnTo>
                <a:lnTo>
                  <a:pt x="1838533" y="230037"/>
                </a:lnTo>
                <a:cubicBezTo>
                  <a:pt x="1838533" y="102991"/>
                  <a:pt x="1740901" y="0"/>
                  <a:pt x="1620465" y="0"/>
                </a:cubicBezTo>
                <a:close/>
                <a:moveTo>
                  <a:pt x="757621" y="0"/>
                </a:moveTo>
                <a:lnTo>
                  <a:pt x="1188800" y="0"/>
                </a:lnTo>
                <a:lnTo>
                  <a:pt x="1189286" y="0"/>
                </a:lnTo>
                <a:lnTo>
                  <a:pt x="1620465" y="0"/>
                </a:lnTo>
                <a:cubicBezTo>
                  <a:pt x="1530138" y="0"/>
                  <a:pt x="1452638" y="57933"/>
                  <a:pt x="1419534" y="140496"/>
                </a:cubicBezTo>
                <a:lnTo>
                  <a:pt x="1403557" y="223978"/>
                </a:lnTo>
                <a:lnTo>
                  <a:pt x="1400045" y="223978"/>
                </a:lnTo>
                <a:cubicBezTo>
                  <a:pt x="1400045" y="287501"/>
                  <a:pt x="1351229" y="338996"/>
                  <a:pt x="1291011" y="338996"/>
                </a:cubicBezTo>
                <a:cubicBezTo>
                  <a:pt x="1245847" y="338996"/>
                  <a:pt x="1207097" y="310030"/>
                  <a:pt x="1190545" y="268748"/>
                </a:cubicBezTo>
                <a:lnTo>
                  <a:pt x="1189043" y="260899"/>
                </a:lnTo>
                <a:lnTo>
                  <a:pt x="1187541" y="268748"/>
                </a:lnTo>
                <a:cubicBezTo>
                  <a:pt x="1170989" y="310030"/>
                  <a:pt x="1132239" y="338996"/>
                  <a:pt x="1087075" y="338996"/>
                </a:cubicBezTo>
                <a:cubicBezTo>
                  <a:pt x="1026857" y="338996"/>
                  <a:pt x="978041" y="287501"/>
                  <a:pt x="978041" y="223978"/>
                </a:cubicBezTo>
                <a:lnTo>
                  <a:pt x="974529" y="223978"/>
                </a:lnTo>
                <a:lnTo>
                  <a:pt x="958552" y="140496"/>
                </a:lnTo>
                <a:cubicBezTo>
                  <a:pt x="925448" y="57932"/>
                  <a:pt x="847948" y="0"/>
                  <a:pt x="757621" y="0"/>
                </a:cubicBezTo>
                <a:close/>
                <a:moveTo>
                  <a:pt x="975" y="0"/>
                </a:moveTo>
                <a:lnTo>
                  <a:pt x="757621" y="0"/>
                </a:lnTo>
                <a:cubicBezTo>
                  <a:pt x="637185" y="0"/>
                  <a:pt x="539553" y="102991"/>
                  <a:pt x="539553" y="230037"/>
                </a:cubicBezTo>
                <a:lnTo>
                  <a:pt x="541314" y="230037"/>
                </a:lnTo>
                <a:lnTo>
                  <a:pt x="533102" y="272940"/>
                </a:lnTo>
                <a:cubicBezTo>
                  <a:pt x="516550" y="314222"/>
                  <a:pt x="477800" y="343188"/>
                  <a:pt x="432637" y="343188"/>
                </a:cubicBezTo>
                <a:cubicBezTo>
                  <a:pt x="372419" y="343188"/>
                  <a:pt x="323603" y="291693"/>
                  <a:pt x="323603" y="228170"/>
                </a:cubicBezTo>
                <a:lnTo>
                  <a:pt x="320091" y="228170"/>
                </a:lnTo>
                <a:lnTo>
                  <a:pt x="304114" y="144688"/>
                </a:lnTo>
                <a:cubicBezTo>
                  <a:pt x="271010" y="62124"/>
                  <a:pt x="193510" y="4192"/>
                  <a:pt x="103183" y="4192"/>
                </a:cubicBezTo>
                <a:cubicBezTo>
                  <a:pt x="73074" y="4192"/>
                  <a:pt x="44390" y="10629"/>
                  <a:pt x="18301" y="22270"/>
                </a:cubicBezTo>
                <a:lnTo>
                  <a:pt x="975" y="34592"/>
                </a:lnTo>
                <a:close/>
              </a:path>
            </a:pathLst>
          </a:custGeom>
          <a:solidFill>
            <a:srgbClr val="FEF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52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2542177" y="-146918"/>
            <a:ext cx="6034495" cy="6029669"/>
          </a:xfrm>
          <a:prstGeom prst="rect">
            <a:avLst/>
          </a:prstGeom>
          <a:pattFill prst="dkVert">
            <a:fgClr>
              <a:srgbClr val="FF7F50"/>
            </a:fgClr>
            <a:bgClr>
              <a:srgbClr val="FFC482"/>
            </a:bgClr>
          </a:pattFill>
          <a:ln w="76200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019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544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069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594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5119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464425" y="-130175"/>
            <a:ext cx="952500" cy="1323975"/>
          </a:xfrm>
          <a:prstGeom prst="rect">
            <a:avLst/>
          </a:prstGeom>
          <a:pattFill prst="dkVert">
            <a:fgClr>
              <a:srgbClr val="FF5500"/>
            </a:fgClr>
            <a:bgClr>
              <a:srgbClr val="FF7F50"/>
            </a:bgClr>
          </a:pattFill>
          <a:ln w="28575"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20975" y="1193799"/>
            <a:ext cx="5695950" cy="3739243"/>
          </a:xfrm>
          <a:prstGeom prst="rect">
            <a:avLst/>
          </a:prstGeom>
          <a:solidFill>
            <a:srgbClr val="FF7F50"/>
          </a:solidFill>
          <a:ln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711450" y="1193798"/>
            <a:ext cx="5715000" cy="45719"/>
          </a:xfrm>
          <a:prstGeom prst="rect">
            <a:avLst/>
          </a:prstGeom>
          <a:solidFill>
            <a:srgbClr val="FF5500"/>
          </a:solidFill>
          <a:ln>
            <a:solidFill>
              <a:srgbClr val="FFC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flipV="1">
            <a:off x="4998040" y="1320137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 43"/>
          <p:cNvSpPr/>
          <p:nvPr/>
        </p:nvSpPr>
        <p:spPr>
          <a:xfrm flipV="1">
            <a:off x="2720975" y="1304717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 44"/>
          <p:cNvSpPr/>
          <p:nvPr/>
        </p:nvSpPr>
        <p:spPr>
          <a:xfrm flipV="1">
            <a:off x="4998040" y="3058236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 45"/>
          <p:cNvSpPr/>
          <p:nvPr/>
        </p:nvSpPr>
        <p:spPr>
          <a:xfrm flipV="1">
            <a:off x="2720975" y="3042816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Freeform 54"/>
          <p:cNvSpPr/>
          <p:nvPr/>
        </p:nvSpPr>
        <p:spPr>
          <a:xfrm flipV="1">
            <a:off x="6133102" y="1317623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Freeform 55"/>
          <p:cNvSpPr/>
          <p:nvPr/>
        </p:nvSpPr>
        <p:spPr>
          <a:xfrm flipV="1">
            <a:off x="6133102" y="3055722"/>
            <a:ext cx="2320925" cy="1728135"/>
          </a:xfrm>
          <a:custGeom>
            <a:avLst/>
            <a:gdLst>
              <a:gd name="connsiteX0" fmla="*/ 457200 w 6327775"/>
              <a:gd name="connsiteY0" fmla="*/ 584379 h 4711590"/>
              <a:gd name="connsiteX1" fmla="*/ 914400 w 6327775"/>
              <a:gd name="connsiteY1" fmla="*/ 292279 h 4711590"/>
              <a:gd name="connsiteX2" fmla="*/ 917574 w 6327775"/>
              <a:gd name="connsiteY2" fmla="*/ 292279 h 4711590"/>
              <a:gd name="connsiteX3" fmla="*/ 1228724 w 6327775"/>
              <a:gd name="connsiteY3" fmla="*/ 146229 h 4711590"/>
              <a:gd name="connsiteX4" fmla="*/ 1539874 w 6327775"/>
              <a:gd name="connsiteY4" fmla="*/ 292279 h 4711590"/>
              <a:gd name="connsiteX5" fmla="*/ 1543108 w 6327775"/>
              <a:gd name="connsiteY5" fmla="*/ 292279 h 4711590"/>
              <a:gd name="connsiteX6" fmla="*/ 1578980 w 6327775"/>
              <a:gd name="connsiteY6" fmla="*/ 405798 h 4711590"/>
              <a:gd name="connsiteX7" fmla="*/ 2000251 w 6327775"/>
              <a:gd name="connsiteY7" fmla="*/ 584200 h 4711590"/>
              <a:gd name="connsiteX8" fmla="*/ 2457451 w 6327775"/>
              <a:gd name="connsiteY8" fmla="*/ 292100 h 4711590"/>
              <a:gd name="connsiteX9" fmla="*/ 2460625 w 6327775"/>
              <a:gd name="connsiteY9" fmla="*/ 292100 h 4711590"/>
              <a:gd name="connsiteX10" fmla="*/ 2771775 w 6327775"/>
              <a:gd name="connsiteY10" fmla="*/ 146050 h 4711590"/>
              <a:gd name="connsiteX11" fmla="*/ 3082925 w 6327775"/>
              <a:gd name="connsiteY11" fmla="*/ 292100 h 4711590"/>
              <a:gd name="connsiteX12" fmla="*/ 3228975 w 6327775"/>
              <a:gd name="connsiteY12" fmla="*/ 292100 h 4711590"/>
              <a:gd name="connsiteX13" fmla="*/ 2771775 w 6327775"/>
              <a:gd name="connsiteY13" fmla="*/ 0 h 4711590"/>
              <a:gd name="connsiteX14" fmla="*/ 2314575 w 6327775"/>
              <a:gd name="connsiteY14" fmla="*/ 292100 h 4711590"/>
              <a:gd name="connsiteX15" fmla="*/ 2311401 w 6327775"/>
              <a:gd name="connsiteY15" fmla="*/ 292100 h 4711590"/>
              <a:gd name="connsiteX16" fmla="*/ 2000251 w 6327775"/>
              <a:gd name="connsiteY16" fmla="*/ 438150 h 4711590"/>
              <a:gd name="connsiteX17" fmla="*/ 1689101 w 6327775"/>
              <a:gd name="connsiteY17" fmla="*/ 292100 h 4711590"/>
              <a:gd name="connsiteX18" fmla="*/ 1685868 w 6327775"/>
              <a:gd name="connsiteY18" fmla="*/ 292100 h 4711590"/>
              <a:gd name="connsiteX19" fmla="*/ 1649995 w 6327775"/>
              <a:gd name="connsiteY19" fmla="*/ 178581 h 4711590"/>
              <a:gd name="connsiteX20" fmla="*/ 1228724 w 6327775"/>
              <a:gd name="connsiteY20" fmla="*/ 179 h 4711590"/>
              <a:gd name="connsiteX21" fmla="*/ 771524 w 6327775"/>
              <a:gd name="connsiteY21" fmla="*/ 292279 h 4711590"/>
              <a:gd name="connsiteX22" fmla="*/ 768350 w 6327775"/>
              <a:gd name="connsiteY22" fmla="*/ 292279 h 4711590"/>
              <a:gd name="connsiteX23" fmla="*/ 457200 w 6327775"/>
              <a:gd name="connsiteY23" fmla="*/ 438329 h 4711590"/>
              <a:gd name="connsiteX24" fmla="*/ 146050 w 6327775"/>
              <a:gd name="connsiteY24" fmla="*/ 292279 h 4711590"/>
              <a:gd name="connsiteX25" fmla="*/ 0 w 6327775"/>
              <a:gd name="connsiteY25" fmla="*/ 292279 h 4711590"/>
              <a:gd name="connsiteX26" fmla="*/ 457200 w 6327775"/>
              <a:gd name="connsiteY26" fmla="*/ 584379 h 4711590"/>
              <a:gd name="connsiteX27" fmla="*/ 3556000 w 6327775"/>
              <a:gd name="connsiteY27" fmla="*/ 588328 h 4711590"/>
              <a:gd name="connsiteX28" fmla="*/ 4013200 w 6327775"/>
              <a:gd name="connsiteY28" fmla="*/ 296228 h 4711590"/>
              <a:gd name="connsiteX29" fmla="*/ 4016374 w 6327775"/>
              <a:gd name="connsiteY29" fmla="*/ 296228 h 4711590"/>
              <a:gd name="connsiteX30" fmla="*/ 4327524 w 6327775"/>
              <a:gd name="connsiteY30" fmla="*/ 150178 h 4711590"/>
              <a:gd name="connsiteX31" fmla="*/ 4638674 w 6327775"/>
              <a:gd name="connsiteY31" fmla="*/ 296228 h 4711590"/>
              <a:gd name="connsiteX32" fmla="*/ 4641908 w 6327775"/>
              <a:gd name="connsiteY32" fmla="*/ 296228 h 4711590"/>
              <a:gd name="connsiteX33" fmla="*/ 4677780 w 6327775"/>
              <a:gd name="connsiteY33" fmla="*/ 409747 h 4711590"/>
              <a:gd name="connsiteX34" fmla="*/ 5099051 w 6327775"/>
              <a:gd name="connsiteY34" fmla="*/ 588149 h 4711590"/>
              <a:gd name="connsiteX35" fmla="*/ 5556251 w 6327775"/>
              <a:gd name="connsiteY35" fmla="*/ 296049 h 4711590"/>
              <a:gd name="connsiteX36" fmla="*/ 5559425 w 6327775"/>
              <a:gd name="connsiteY36" fmla="*/ 296049 h 4711590"/>
              <a:gd name="connsiteX37" fmla="*/ 5870575 w 6327775"/>
              <a:gd name="connsiteY37" fmla="*/ 149999 h 4711590"/>
              <a:gd name="connsiteX38" fmla="*/ 6181725 w 6327775"/>
              <a:gd name="connsiteY38" fmla="*/ 296049 h 4711590"/>
              <a:gd name="connsiteX39" fmla="*/ 6327775 w 6327775"/>
              <a:gd name="connsiteY39" fmla="*/ 296049 h 4711590"/>
              <a:gd name="connsiteX40" fmla="*/ 5870575 w 6327775"/>
              <a:gd name="connsiteY40" fmla="*/ 3949 h 4711590"/>
              <a:gd name="connsiteX41" fmla="*/ 5413375 w 6327775"/>
              <a:gd name="connsiteY41" fmla="*/ 296049 h 4711590"/>
              <a:gd name="connsiteX42" fmla="*/ 5410201 w 6327775"/>
              <a:gd name="connsiteY42" fmla="*/ 296049 h 4711590"/>
              <a:gd name="connsiteX43" fmla="*/ 5099051 w 6327775"/>
              <a:gd name="connsiteY43" fmla="*/ 442099 h 4711590"/>
              <a:gd name="connsiteX44" fmla="*/ 4787901 w 6327775"/>
              <a:gd name="connsiteY44" fmla="*/ 296049 h 4711590"/>
              <a:gd name="connsiteX45" fmla="*/ 4784668 w 6327775"/>
              <a:gd name="connsiteY45" fmla="*/ 296049 h 4711590"/>
              <a:gd name="connsiteX46" fmla="*/ 4748795 w 6327775"/>
              <a:gd name="connsiteY46" fmla="*/ 182530 h 4711590"/>
              <a:gd name="connsiteX47" fmla="*/ 4327524 w 6327775"/>
              <a:gd name="connsiteY47" fmla="*/ 4128 h 4711590"/>
              <a:gd name="connsiteX48" fmla="*/ 3870324 w 6327775"/>
              <a:gd name="connsiteY48" fmla="*/ 296228 h 4711590"/>
              <a:gd name="connsiteX49" fmla="*/ 3867150 w 6327775"/>
              <a:gd name="connsiteY49" fmla="*/ 296228 h 4711590"/>
              <a:gd name="connsiteX50" fmla="*/ 3556000 w 6327775"/>
              <a:gd name="connsiteY50" fmla="*/ 442278 h 4711590"/>
              <a:gd name="connsiteX51" fmla="*/ 3244850 w 6327775"/>
              <a:gd name="connsiteY51" fmla="*/ 296228 h 4711590"/>
              <a:gd name="connsiteX52" fmla="*/ 3098800 w 6327775"/>
              <a:gd name="connsiteY52" fmla="*/ 296228 h 4711590"/>
              <a:gd name="connsiteX53" fmla="*/ 3556000 w 6327775"/>
              <a:gd name="connsiteY53" fmla="*/ 588328 h 4711590"/>
              <a:gd name="connsiteX54" fmla="*/ 457200 w 6327775"/>
              <a:gd name="connsiteY54" fmla="*/ 1172707 h 4711590"/>
              <a:gd name="connsiteX55" fmla="*/ 914400 w 6327775"/>
              <a:gd name="connsiteY55" fmla="*/ 880607 h 4711590"/>
              <a:gd name="connsiteX56" fmla="*/ 917574 w 6327775"/>
              <a:gd name="connsiteY56" fmla="*/ 880607 h 4711590"/>
              <a:gd name="connsiteX57" fmla="*/ 1228724 w 6327775"/>
              <a:gd name="connsiteY57" fmla="*/ 734557 h 4711590"/>
              <a:gd name="connsiteX58" fmla="*/ 1539874 w 6327775"/>
              <a:gd name="connsiteY58" fmla="*/ 880607 h 4711590"/>
              <a:gd name="connsiteX59" fmla="*/ 1543108 w 6327775"/>
              <a:gd name="connsiteY59" fmla="*/ 880607 h 4711590"/>
              <a:gd name="connsiteX60" fmla="*/ 1578980 w 6327775"/>
              <a:gd name="connsiteY60" fmla="*/ 994126 h 4711590"/>
              <a:gd name="connsiteX61" fmla="*/ 2000251 w 6327775"/>
              <a:gd name="connsiteY61" fmla="*/ 1172528 h 4711590"/>
              <a:gd name="connsiteX62" fmla="*/ 2457451 w 6327775"/>
              <a:gd name="connsiteY62" fmla="*/ 880428 h 4711590"/>
              <a:gd name="connsiteX63" fmla="*/ 2460625 w 6327775"/>
              <a:gd name="connsiteY63" fmla="*/ 880428 h 4711590"/>
              <a:gd name="connsiteX64" fmla="*/ 2771775 w 6327775"/>
              <a:gd name="connsiteY64" fmla="*/ 734378 h 4711590"/>
              <a:gd name="connsiteX65" fmla="*/ 3082925 w 6327775"/>
              <a:gd name="connsiteY65" fmla="*/ 880428 h 4711590"/>
              <a:gd name="connsiteX66" fmla="*/ 3228975 w 6327775"/>
              <a:gd name="connsiteY66" fmla="*/ 880428 h 4711590"/>
              <a:gd name="connsiteX67" fmla="*/ 2771775 w 6327775"/>
              <a:gd name="connsiteY67" fmla="*/ 588328 h 4711590"/>
              <a:gd name="connsiteX68" fmla="*/ 2314575 w 6327775"/>
              <a:gd name="connsiteY68" fmla="*/ 880428 h 4711590"/>
              <a:gd name="connsiteX69" fmla="*/ 2311401 w 6327775"/>
              <a:gd name="connsiteY69" fmla="*/ 880428 h 4711590"/>
              <a:gd name="connsiteX70" fmla="*/ 2000251 w 6327775"/>
              <a:gd name="connsiteY70" fmla="*/ 1026478 h 4711590"/>
              <a:gd name="connsiteX71" fmla="*/ 1689101 w 6327775"/>
              <a:gd name="connsiteY71" fmla="*/ 880428 h 4711590"/>
              <a:gd name="connsiteX72" fmla="*/ 1685868 w 6327775"/>
              <a:gd name="connsiteY72" fmla="*/ 880428 h 4711590"/>
              <a:gd name="connsiteX73" fmla="*/ 1649995 w 6327775"/>
              <a:gd name="connsiteY73" fmla="*/ 766909 h 4711590"/>
              <a:gd name="connsiteX74" fmla="*/ 1228724 w 6327775"/>
              <a:gd name="connsiteY74" fmla="*/ 588507 h 4711590"/>
              <a:gd name="connsiteX75" fmla="*/ 771524 w 6327775"/>
              <a:gd name="connsiteY75" fmla="*/ 880607 h 4711590"/>
              <a:gd name="connsiteX76" fmla="*/ 768350 w 6327775"/>
              <a:gd name="connsiteY76" fmla="*/ 880607 h 4711590"/>
              <a:gd name="connsiteX77" fmla="*/ 457200 w 6327775"/>
              <a:gd name="connsiteY77" fmla="*/ 1026657 h 4711590"/>
              <a:gd name="connsiteX78" fmla="*/ 146050 w 6327775"/>
              <a:gd name="connsiteY78" fmla="*/ 880607 h 4711590"/>
              <a:gd name="connsiteX79" fmla="*/ 0 w 6327775"/>
              <a:gd name="connsiteY79" fmla="*/ 880607 h 4711590"/>
              <a:gd name="connsiteX80" fmla="*/ 457200 w 6327775"/>
              <a:gd name="connsiteY80" fmla="*/ 1172707 h 4711590"/>
              <a:gd name="connsiteX81" fmla="*/ 3556000 w 6327775"/>
              <a:gd name="connsiteY81" fmla="*/ 1176656 h 4711590"/>
              <a:gd name="connsiteX82" fmla="*/ 4013200 w 6327775"/>
              <a:gd name="connsiteY82" fmla="*/ 884556 h 4711590"/>
              <a:gd name="connsiteX83" fmla="*/ 4016374 w 6327775"/>
              <a:gd name="connsiteY83" fmla="*/ 884556 h 4711590"/>
              <a:gd name="connsiteX84" fmla="*/ 4327524 w 6327775"/>
              <a:gd name="connsiteY84" fmla="*/ 738506 h 4711590"/>
              <a:gd name="connsiteX85" fmla="*/ 4638674 w 6327775"/>
              <a:gd name="connsiteY85" fmla="*/ 884556 h 4711590"/>
              <a:gd name="connsiteX86" fmla="*/ 4641908 w 6327775"/>
              <a:gd name="connsiteY86" fmla="*/ 884556 h 4711590"/>
              <a:gd name="connsiteX87" fmla="*/ 4677780 w 6327775"/>
              <a:gd name="connsiteY87" fmla="*/ 998075 h 4711590"/>
              <a:gd name="connsiteX88" fmla="*/ 5099051 w 6327775"/>
              <a:gd name="connsiteY88" fmla="*/ 1176477 h 4711590"/>
              <a:gd name="connsiteX89" fmla="*/ 5556251 w 6327775"/>
              <a:gd name="connsiteY89" fmla="*/ 884377 h 4711590"/>
              <a:gd name="connsiteX90" fmla="*/ 5559425 w 6327775"/>
              <a:gd name="connsiteY90" fmla="*/ 884377 h 4711590"/>
              <a:gd name="connsiteX91" fmla="*/ 5870575 w 6327775"/>
              <a:gd name="connsiteY91" fmla="*/ 738327 h 4711590"/>
              <a:gd name="connsiteX92" fmla="*/ 6181725 w 6327775"/>
              <a:gd name="connsiteY92" fmla="*/ 884377 h 4711590"/>
              <a:gd name="connsiteX93" fmla="*/ 6327775 w 6327775"/>
              <a:gd name="connsiteY93" fmla="*/ 884377 h 4711590"/>
              <a:gd name="connsiteX94" fmla="*/ 5870575 w 6327775"/>
              <a:gd name="connsiteY94" fmla="*/ 592277 h 4711590"/>
              <a:gd name="connsiteX95" fmla="*/ 5413375 w 6327775"/>
              <a:gd name="connsiteY95" fmla="*/ 884377 h 4711590"/>
              <a:gd name="connsiteX96" fmla="*/ 5410201 w 6327775"/>
              <a:gd name="connsiteY96" fmla="*/ 884377 h 4711590"/>
              <a:gd name="connsiteX97" fmla="*/ 5099051 w 6327775"/>
              <a:gd name="connsiteY97" fmla="*/ 1030427 h 4711590"/>
              <a:gd name="connsiteX98" fmla="*/ 4787901 w 6327775"/>
              <a:gd name="connsiteY98" fmla="*/ 884377 h 4711590"/>
              <a:gd name="connsiteX99" fmla="*/ 4784668 w 6327775"/>
              <a:gd name="connsiteY99" fmla="*/ 884377 h 4711590"/>
              <a:gd name="connsiteX100" fmla="*/ 4748795 w 6327775"/>
              <a:gd name="connsiteY100" fmla="*/ 770858 h 4711590"/>
              <a:gd name="connsiteX101" fmla="*/ 4327524 w 6327775"/>
              <a:gd name="connsiteY101" fmla="*/ 592456 h 4711590"/>
              <a:gd name="connsiteX102" fmla="*/ 3870324 w 6327775"/>
              <a:gd name="connsiteY102" fmla="*/ 884556 h 4711590"/>
              <a:gd name="connsiteX103" fmla="*/ 3867150 w 6327775"/>
              <a:gd name="connsiteY103" fmla="*/ 884556 h 4711590"/>
              <a:gd name="connsiteX104" fmla="*/ 3556000 w 6327775"/>
              <a:gd name="connsiteY104" fmla="*/ 1030606 h 4711590"/>
              <a:gd name="connsiteX105" fmla="*/ 3244850 w 6327775"/>
              <a:gd name="connsiteY105" fmla="*/ 884556 h 4711590"/>
              <a:gd name="connsiteX106" fmla="*/ 3098800 w 6327775"/>
              <a:gd name="connsiteY106" fmla="*/ 884556 h 4711590"/>
              <a:gd name="connsiteX107" fmla="*/ 3556000 w 6327775"/>
              <a:gd name="connsiteY107" fmla="*/ 1176656 h 4711590"/>
              <a:gd name="connsiteX108" fmla="*/ 457200 w 6327775"/>
              <a:gd name="connsiteY108" fmla="*/ 1761035 h 4711590"/>
              <a:gd name="connsiteX109" fmla="*/ 914400 w 6327775"/>
              <a:gd name="connsiteY109" fmla="*/ 1468935 h 4711590"/>
              <a:gd name="connsiteX110" fmla="*/ 917574 w 6327775"/>
              <a:gd name="connsiteY110" fmla="*/ 1468935 h 4711590"/>
              <a:gd name="connsiteX111" fmla="*/ 1228724 w 6327775"/>
              <a:gd name="connsiteY111" fmla="*/ 1322885 h 4711590"/>
              <a:gd name="connsiteX112" fmla="*/ 1539874 w 6327775"/>
              <a:gd name="connsiteY112" fmla="*/ 1468935 h 4711590"/>
              <a:gd name="connsiteX113" fmla="*/ 1543108 w 6327775"/>
              <a:gd name="connsiteY113" fmla="*/ 1468935 h 4711590"/>
              <a:gd name="connsiteX114" fmla="*/ 1578980 w 6327775"/>
              <a:gd name="connsiteY114" fmla="*/ 1582454 h 4711590"/>
              <a:gd name="connsiteX115" fmla="*/ 2000251 w 6327775"/>
              <a:gd name="connsiteY115" fmla="*/ 1760856 h 4711590"/>
              <a:gd name="connsiteX116" fmla="*/ 2457451 w 6327775"/>
              <a:gd name="connsiteY116" fmla="*/ 1468756 h 4711590"/>
              <a:gd name="connsiteX117" fmla="*/ 2460625 w 6327775"/>
              <a:gd name="connsiteY117" fmla="*/ 1468756 h 4711590"/>
              <a:gd name="connsiteX118" fmla="*/ 2771775 w 6327775"/>
              <a:gd name="connsiteY118" fmla="*/ 1322706 h 4711590"/>
              <a:gd name="connsiteX119" fmla="*/ 3082925 w 6327775"/>
              <a:gd name="connsiteY119" fmla="*/ 1468756 h 4711590"/>
              <a:gd name="connsiteX120" fmla="*/ 3228975 w 6327775"/>
              <a:gd name="connsiteY120" fmla="*/ 1468756 h 4711590"/>
              <a:gd name="connsiteX121" fmla="*/ 2771775 w 6327775"/>
              <a:gd name="connsiteY121" fmla="*/ 1176656 h 4711590"/>
              <a:gd name="connsiteX122" fmla="*/ 2314575 w 6327775"/>
              <a:gd name="connsiteY122" fmla="*/ 1468756 h 4711590"/>
              <a:gd name="connsiteX123" fmla="*/ 2311401 w 6327775"/>
              <a:gd name="connsiteY123" fmla="*/ 1468756 h 4711590"/>
              <a:gd name="connsiteX124" fmla="*/ 2000251 w 6327775"/>
              <a:gd name="connsiteY124" fmla="*/ 1614806 h 4711590"/>
              <a:gd name="connsiteX125" fmla="*/ 1689101 w 6327775"/>
              <a:gd name="connsiteY125" fmla="*/ 1468756 h 4711590"/>
              <a:gd name="connsiteX126" fmla="*/ 1685868 w 6327775"/>
              <a:gd name="connsiteY126" fmla="*/ 1468756 h 4711590"/>
              <a:gd name="connsiteX127" fmla="*/ 1649995 w 6327775"/>
              <a:gd name="connsiteY127" fmla="*/ 1355237 h 4711590"/>
              <a:gd name="connsiteX128" fmla="*/ 1228724 w 6327775"/>
              <a:gd name="connsiteY128" fmla="*/ 1176835 h 4711590"/>
              <a:gd name="connsiteX129" fmla="*/ 771524 w 6327775"/>
              <a:gd name="connsiteY129" fmla="*/ 1468935 h 4711590"/>
              <a:gd name="connsiteX130" fmla="*/ 768350 w 6327775"/>
              <a:gd name="connsiteY130" fmla="*/ 1468935 h 4711590"/>
              <a:gd name="connsiteX131" fmla="*/ 457200 w 6327775"/>
              <a:gd name="connsiteY131" fmla="*/ 1614985 h 4711590"/>
              <a:gd name="connsiteX132" fmla="*/ 146050 w 6327775"/>
              <a:gd name="connsiteY132" fmla="*/ 1468935 h 4711590"/>
              <a:gd name="connsiteX133" fmla="*/ 0 w 6327775"/>
              <a:gd name="connsiteY133" fmla="*/ 1468935 h 4711590"/>
              <a:gd name="connsiteX134" fmla="*/ 457200 w 6327775"/>
              <a:gd name="connsiteY134" fmla="*/ 1761035 h 4711590"/>
              <a:gd name="connsiteX135" fmla="*/ 3556000 w 6327775"/>
              <a:gd name="connsiteY135" fmla="*/ 1764984 h 4711590"/>
              <a:gd name="connsiteX136" fmla="*/ 4013200 w 6327775"/>
              <a:gd name="connsiteY136" fmla="*/ 1472884 h 4711590"/>
              <a:gd name="connsiteX137" fmla="*/ 4016374 w 6327775"/>
              <a:gd name="connsiteY137" fmla="*/ 1472884 h 4711590"/>
              <a:gd name="connsiteX138" fmla="*/ 4327524 w 6327775"/>
              <a:gd name="connsiteY138" fmla="*/ 1326834 h 4711590"/>
              <a:gd name="connsiteX139" fmla="*/ 4638674 w 6327775"/>
              <a:gd name="connsiteY139" fmla="*/ 1472884 h 4711590"/>
              <a:gd name="connsiteX140" fmla="*/ 4641908 w 6327775"/>
              <a:gd name="connsiteY140" fmla="*/ 1472884 h 4711590"/>
              <a:gd name="connsiteX141" fmla="*/ 4677780 w 6327775"/>
              <a:gd name="connsiteY141" fmla="*/ 1586403 h 4711590"/>
              <a:gd name="connsiteX142" fmla="*/ 5099051 w 6327775"/>
              <a:gd name="connsiteY142" fmla="*/ 1764805 h 4711590"/>
              <a:gd name="connsiteX143" fmla="*/ 5556251 w 6327775"/>
              <a:gd name="connsiteY143" fmla="*/ 1472705 h 4711590"/>
              <a:gd name="connsiteX144" fmla="*/ 5559425 w 6327775"/>
              <a:gd name="connsiteY144" fmla="*/ 1472705 h 4711590"/>
              <a:gd name="connsiteX145" fmla="*/ 5870575 w 6327775"/>
              <a:gd name="connsiteY145" fmla="*/ 1326655 h 4711590"/>
              <a:gd name="connsiteX146" fmla="*/ 6181725 w 6327775"/>
              <a:gd name="connsiteY146" fmla="*/ 1472705 h 4711590"/>
              <a:gd name="connsiteX147" fmla="*/ 6327775 w 6327775"/>
              <a:gd name="connsiteY147" fmla="*/ 1472705 h 4711590"/>
              <a:gd name="connsiteX148" fmla="*/ 5870575 w 6327775"/>
              <a:gd name="connsiteY148" fmla="*/ 1180605 h 4711590"/>
              <a:gd name="connsiteX149" fmla="*/ 5413375 w 6327775"/>
              <a:gd name="connsiteY149" fmla="*/ 1472705 h 4711590"/>
              <a:gd name="connsiteX150" fmla="*/ 5410201 w 6327775"/>
              <a:gd name="connsiteY150" fmla="*/ 1472705 h 4711590"/>
              <a:gd name="connsiteX151" fmla="*/ 5099051 w 6327775"/>
              <a:gd name="connsiteY151" fmla="*/ 1618755 h 4711590"/>
              <a:gd name="connsiteX152" fmla="*/ 4787901 w 6327775"/>
              <a:gd name="connsiteY152" fmla="*/ 1472705 h 4711590"/>
              <a:gd name="connsiteX153" fmla="*/ 4784668 w 6327775"/>
              <a:gd name="connsiteY153" fmla="*/ 1472705 h 4711590"/>
              <a:gd name="connsiteX154" fmla="*/ 4748795 w 6327775"/>
              <a:gd name="connsiteY154" fmla="*/ 1359186 h 4711590"/>
              <a:gd name="connsiteX155" fmla="*/ 4327524 w 6327775"/>
              <a:gd name="connsiteY155" fmla="*/ 1180784 h 4711590"/>
              <a:gd name="connsiteX156" fmla="*/ 3870324 w 6327775"/>
              <a:gd name="connsiteY156" fmla="*/ 1472884 h 4711590"/>
              <a:gd name="connsiteX157" fmla="*/ 3867150 w 6327775"/>
              <a:gd name="connsiteY157" fmla="*/ 1472884 h 4711590"/>
              <a:gd name="connsiteX158" fmla="*/ 3556000 w 6327775"/>
              <a:gd name="connsiteY158" fmla="*/ 1618934 h 4711590"/>
              <a:gd name="connsiteX159" fmla="*/ 3244850 w 6327775"/>
              <a:gd name="connsiteY159" fmla="*/ 1472884 h 4711590"/>
              <a:gd name="connsiteX160" fmla="*/ 3098800 w 6327775"/>
              <a:gd name="connsiteY160" fmla="*/ 1472884 h 4711590"/>
              <a:gd name="connsiteX161" fmla="*/ 3556000 w 6327775"/>
              <a:gd name="connsiteY161" fmla="*/ 1764984 h 4711590"/>
              <a:gd name="connsiteX162" fmla="*/ 457200 w 6327775"/>
              <a:gd name="connsiteY162" fmla="*/ 2349363 h 4711590"/>
              <a:gd name="connsiteX163" fmla="*/ 914400 w 6327775"/>
              <a:gd name="connsiteY163" fmla="*/ 2057263 h 4711590"/>
              <a:gd name="connsiteX164" fmla="*/ 917574 w 6327775"/>
              <a:gd name="connsiteY164" fmla="*/ 2057263 h 4711590"/>
              <a:gd name="connsiteX165" fmla="*/ 1228724 w 6327775"/>
              <a:gd name="connsiteY165" fmla="*/ 1911213 h 4711590"/>
              <a:gd name="connsiteX166" fmla="*/ 1539874 w 6327775"/>
              <a:gd name="connsiteY166" fmla="*/ 2057263 h 4711590"/>
              <a:gd name="connsiteX167" fmla="*/ 1543108 w 6327775"/>
              <a:gd name="connsiteY167" fmla="*/ 2057263 h 4711590"/>
              <a:gd name="connsiteX168" fmla="*/ 1578980 w 6327775"/>
              <a:gd name="connsiteY168" fmla="*/ 2170782 h 4711590"/>
              <a:gd name="connsiteX169" fmla="*/ 2000251 w 6327775"/>
              <a:gd name="connsiteY169" fmla="*/ 2349184 h 4711590"/>
              <a:gd name="connsiteX170" fmla="*/ 2457451 w 6327775"/>
              <a:gd name="connsiteY170" fmla="*/ 2057084 h 4711590"/>
              <a:gd name="connsiteX171" fmla="*/ 2460625 w 6327775"/>
              <a:gd name="connsiteY171" fmla="*/ 2057084 h 4711590"/>
              <a:gd name="connsiteX172" fmla="*/ 2771775 w 6327775"/>
              <a:gd name="connsiteY172" fmla="*/ 1911034 h 4711590"/>
              <a:gd name="connsiteX173" fmla="*/ 3082925 w 6327775"/>
              <a:gd name="connsiteY173" fmla="*/ 2057084 h 4711590"/>
              <a:gd name="connsiteX174" fmla="*/ 3228975 w 6327775"/>
              <a:gd name="connsiteY174" fmla="*/ 2057084 h 4711590"/>
              <a:gd name="connsiteX175" fmla="*/ 2771775 w 6327775"/>
              <a:gd name="connsiteY175" fmla="*/ 1764984 h 4711590"/>
              <a:gd name="connsiteX176" fmla="*/ 2314575 w 6327775"/>
              <a:gd name="connsiteY176" fmla="*/ 2057084 h 4711590"/>
              <a:gd name="connsiteX177" fmla="*/ 2311401 w 6327775"/>
              <a:gd name="connsiteY177" fmla="*/ 2057084 h 4711590"/>
              <a:gd name="connsiteX178" fmla="*/ 2000251 w 6327775"/>
              <a:gd name="connsiteY178" fmla="*/ 2203134 h 4711590"/>
              <a:gd name="connsiteX179" fmla="*/ 1689101 w 6327775"/>
              <a:gd name="connsiteY179" fmla="*/ 2057084 h 4711590"/>
              <a:gd name="connsiteX180" fmla="*/ 1685868 w 6327775"/>
              <a:gd name="connsiteY180" fmla="*/ 2057084 h 4711590"/>
              <a:gd name="connsiteX181" fmla="*/ 1649995 w 6327775"/>
              <a:gd name="connsiteY181" fmla="*/ 1943565 h 4711590"/>
              <a:gd name="connsiteX182" fmla="*/ 1228724 w 6327775"/>
              <a:gd name="connsiteY182" fmla="*/ 1765163 h 4711590"/>
              <a:gd name="connsiteX183" fmla="*/ 771524 w 6327775"/>
              <a:gd name="connsiteY183" fmla="*/ 2057263 h 4711590"/>
              <a:gd name="connsiteX184" fmla="*/ 768350 w 6327775"/>
              <a:gd name="connsiteY184" fmla="*/ 2057263 h 4711590"/>
              <a:gd name="connsiteX185" fmla="*/ 457200 w 6327775"/>
              <a:gd name="connsiteY185" fmla="*/ 2203313 h 4711590"/>
              <a:gd name="connsiteX186" fmla="*/ 146050 w 6327775"/>
              <a:gd name="connsiteY186" fmla="*/ 2057263 h 4711590"/>
              <a:gd name="connsiteX187" fmla="*/ 0 w 6327775"/>
              <a:gd name="connsiteY187" fmla="*/ 2057263 h 4711590"/>
              <a:gd name="connsiteX188" fmla="*/ 457200 w 6327775"/>
              <a:gd name="connsiteY188" fmla="*/ 2349363 h 4711590"/>
              <a:gd name="connsiteX189" fmla="*/ 3556000 w 6327775"/>
              <a:gd name="connsiteY189" fmla="*/ 2353312 h 4711590"/>
              <a:gd name="connsiteX190" fmla="*/ 4013200 w 6327775"/>
              <a:gd name="connsiteY190" fmla="*/ 2061212 h 4711590"/>
              <a:gd name="connsiteX191" fmla="*/ 4016374 w 6327775"/>
              <a:gd name="connsiteY191" fmla="*/ 2061212 h 4711590"/>
              <a:gd name="connsiteX192" fmla="*/ 4327524 w 6327775"/>
              <a:gd name="connsiteY192" fmla="*/ 1915162 h 4711590"/>
              <a:gd name="connsiteX193" fmla="*/ 4638674 w 6327775"/>
              <a:gd name="connsiteY193" fmla="*/ 2061212 h 4711590"/>
              <a:gd name="connsiteX194" fmla="*/ 4641908 w 6327775"/>
              <a:gd name="connsiteY194" fmla="*/ 2061212 h 4711590"/>
              <a:gd name="connsiteX195" fmla="*/ 4677780 w 6327775"/>
              <a:gd name="connsiteY195" fmla="*/ 2174731 h 4711590"/>
              <a:gd name="connsiteX196" fmla="*/ 5099051 w 6327775"/>
              <a:gd name="connsiteY196" fmla="*/ 2353133 h 4711590"/>
              <a:gd name="connsiteX197" fmla="*/ 5556251 w 6327775"/>
              <a:gd name="connsiteY197" fmla="*/ 2061033 h 4711590"/>
              <a:gd name="connsiteX198" fmla="*/ 5559425 w 6327775"/>
              <a:gd name="connsiteY198" fmla="*/ 2061033 h 4711590"/>
              <a:gd name="connsiteX199" fmla="*/ 5870575 w 6327775"/>
              <a:gd name="connsiteY199" fmla="*/ 1914983 h 4711590"/>
              <a:gd name="connsiteX200" fmla="*/ 6181725 w 6327775"/>
              <a:gd name="connsiteY200" fmla="*/ 2061033 h 4711590"/>
              <a:gd name="connsiteX201" fmla="*/ 6327775 w 6327775"/>
              <a:gd name="connsiteY201" fmla="*/ 2061033 h 4711590"/>
              <a:gd name="connsiteX202" fmla="*/ 5870575 w 6327775"/>
              <a:gd name="connsiteY202" fmla="*/ 1768933 h 4711590"/>
              <a:gd name="connsiteX203" fmla="*/ 5413375 w 6327775"/>
              <a:gd name="connsiteY203" fmla="*/ 2061033 h 4711590"/>
              <a:gd name="connsiteX204" fmla="*/ 5410201 w 6327775"/>
              <a:gd name="connsiteY204" fmla="*/ 2061033 h 4711590"/>
              <a:gd name="connsiteX205" fmla="*/ 5099051 w 6327775"/>
              <a:gd name="connsiteY205" fmla="*/ 2207083 h 4711590"/>
              <a:gd name="connsiteX206" fmla="*/ 4787901 w 6327775"/>
              <a:gd name="connsiteY206" fmla="*/ 2061033 h 4711590"/>
              <a:gd name="connsiteX207" fmla="*/ 4784668 w 6327775"/>
              <a:gd name="connsiteY207" fmla="*/ 2061033 h 4711590"/>
              <a:gd name="connsiteX208" fmla="*/ 4748795 w 6327775"/>
              <a:gd name="connsiteY208" fmla="*/ 1947514 h 4711590"/>
              <a:gd name="connsiteX209" fmla="*/ 4327524 w 6327775"/>
              <a:gd name="connsiteY209" fmla="*/ 1769112 h 4711590"/>
              <a:gd name="connsiteX210" fmla="*/ 3870324 w 6327775"/>
              <a:gd name="connsiteY210" fmla="*/ 2061212 h 4711590"/>
              <a:gd name="connsiteX211" fmla="*/ 3867150 w 6327775"/>
              <a:gd name="connsiteY211" fmla="*/ 2061212 h 4711590"/>
              <a:gd name="connsiteX212" fmla="*/ 3556000 w 6327775"/>
              <a:gd name="connsiteY212" fmla="*/ 2207262 h 4711590"/>
              <a:gd name="connsiteX213" fmla="*/ 3244850 w 6327775"/>
              <a:gd name="connsiteY213" fmla="*/ 2061212 h 4711590"/>
              <a:gd name="connsiteX214" fmla="*/ 3098800 w 6327775"/>
              <a:gd name="connsiteY214" fmla="*/ 2061212 h 4711590"/>
              <a:gd name="connsiteX215" fmla="*/ 3556000 w 6327775"/>
              <a:gd name="connsiteY215" fmla="*/ 2353312 h 4711590"/>
              <a:gd name="connsiteX216" fmla="*/ 457200 w 6327775"/>
              <a:gd name="connsiteY216" fmla="*/ 2942657 h 4711590"/>
              <a:gd name="connsiteX217" fmla="*/ 914400 w 6327775"/>
              <a:gd name="connsiteY217" fmla="*/ 2650557 h 4711590"/>
              <a:gd name="connsiteX218" fmla="*/ 917574 w 6327775"/>
              <a:gd name="connsiteY218" fmla="*/ 2650557 h 4711590"/>
              <a:gd name="connsiteX219" fmla="*/ 1228724 w 6327775"/>
              <a:gd name="connsiteY219" fmla="*/ 2504507 h 4711590"/>
              <a:gd name="connsiteX220" fmla="*/ 1539874 w 6327775"/>
              <a:gd name="connsiteY220" fmla="*/ 2650557 h 4711590"/>
              <a:gd name="connsiteX221" fmla="*/ 1543108 w 6327775"/>
              <a:gd name="connsiteY221" fmla="*/ 2650557 h 4711590"/>
              <a:gd name="connsiteX222" fmla="*/ 1578980 w 6327775"/>
              <a:gd name="connsiteY222" fmla="*/ 2764076 h 4711590"/>
              <a:gd name="connsiteX223" fmla="*/ 2000251 w 6327775"/>
              <a:gd name="connsiteY223" fmla="*/ 2942478 h 4711590"/>
              <a:gd name="connsiteX224" fmla="*/ 2457451 w 6327775"/>
              <a:gd name="connsiteY224" fmla="*/ 2650378 h 4711590"/>
              <a:gd name="connsiteX225" fmla="*/ 2460625 w 6327775"/>
              <a:gd name="connsiteY225" fmla="*/ 2650378 h 4711590"/>
              <a:gd name="connsiteX226" fmla="*/ 2771775 w 6327775"/>
              <a:gd name="connsiteY226" fmla="*/ 2504328 h 4711590"/>
              <a:gd name="connsiteX227" fmla="*/ 3082925 w 6327775"/>
              <a:gd name="connsiteY227" fmla="*/ 2650378 h 4711590"/>
              <a:gd name="connsiteX228" fmla="*/ 3228975 w 6327775"/>
              <a:gd name="connsiteY228" fmla="*/ 2650378 h 4711590"/>
              <a:gd name="connsiteX229" fmla="*/ 2771775 w 6327775"/>
              <a:gd name="connsiteY229" fmla="*/ 2358278 h 4711590"/>
              <a:gd name="connsiteX230" fmla="*/ 2314575 w 6327775"/>
              <a:gd name="connsiteY230" fmla="*/ 2650378 h 4711590"/>
              <a:gd name="connsiteX231" fmla="*/ 2311401 w 6327775"/>
              <a:gd name="connsiteY231" fmla="*/ 2650378 h 4711590"/>
              <a:gd name="connsiteX232" fmla="*/ 2000251 w 6327775"/>
              <a:gd name="connsiteY232" fmla="*/ 2796428 h 4711590"/>
              <a:gd name="connsiteX233" fmla="*/ 1689101 w 6327775"/>
              <a:gd name="connsiteY233" fmla="*/ 2650378 h 4711590"/>
              <a:gd name="connsiteX234" fmla="*/ 1685868 w 6327775"/>
              <a:gd name="connsiteY234" fmla="*/ 2650378 h 4711590"/>
              <a:gd name="connsiteX235" fmla="*/ 1649995 w 6327775"/>
              <a:gd name="connsiteY235" fmla="*/ 2536859 h 4711590"/>
              <a:gd name="connsiteX236" fmla="*/ 1228724 w 6327775"/>
              <a:gd name="connsiteY236" fmla="*/ 2358457 h 4711590"/>
              <a:gd name="connsiteX237" fmla="*/ 771524 w 6327775"/>
              <a:gd name="connsiteY237" fmla="*/ 2650557 h 4711590"/>
              <a:gd name="connsiteX238" fmla="*/ 768350 w 6327775"/>
              <a:gd name="connsiteY238" fmla="*/ 2650557 h 4711590"/>
              <a:gd name="connsiteX239" fmla="*/ 457200 w 6327775"/>
              <a:gd name="connsiteY239" fmla="*/ 2796607 h 4711590"/>
              <a:gd name="connsiteX240" fmla="*/ 146050 w 6327775"/>
              <a:gd name="connsiteY240" fmla="*/ 2650557 h 4711590"/>
              <a:gd name="connsiteX241" fmla="*/ 0 w 6327775"/>
              <a:gd name="connsiteY241" fmla="*/ 2650557 h 4711590"/>
              <a:gd name="connsiteX242" fmla="*/ 457200 w 6327775"/>
              <a:gd name="connsiteY242" fmla="*/ 2942657 h 4711590"/>
              <a:gd name="connsiteX243" fmla="*/ 3556000 w 6327775"/>
              <a:gd name="connsiteY243" fmla="*/ 2946606 h 4711590"/>
              <a:gd name="connsiteX244" fmla="*/ 4013200 w 6327775"/>
              <a:gd name="connsiteY244" fmla="*/ 2654506 h 4711590"/>
              <a:gd name="connsiteX245" fmla="*/ 4016374 w 6327775"/>
              <a:gd name="connsiteY245" fmla="*/ 2654506 h 4711590"/>
              <a:gd name="connsiteX246" fmla="*/ 4327524 w 6327775"/>
              <a:gd name="connsiteY246" fmla="*/ 2508456 h 4711590"/>
              <a:gd name="connsiteX247" fmla="*/ 4638674 w 6327775"/>
              <a:gd name="connsiteY247" fmla="*/ 2654506 h 4711590"/>
              <a:gd name="connsiteX248" fmla="*/ 4641908 w 6327775"/>
              <a:gd name="connsiteY248" fmla="*/ 2654506 h 4711590"/>
              <a:gd name="connsiteX249" fmla="*/ 4677780 w 6327775"/>
              <a:gd name="connsiteY249" fmla="*/ 2768025 h 4711590"/>
              <a:gd name="connsiteX250" fmla="*/ 5099051 w 6327775"/>
              <a:gd name="connsiteY250" fmla="*/ 2946427 h 4711590"/>
              <a:gd name="connsiteX251" fmla="*/ 5556251 w 6327775"/>
              <a:gd name="connsiteY251" fmla="*/ 2654327 h 4711590"/>
              <a:gd name="connsiteX252" fmla="*/ 5559425 w 6327775"/>
              <a:gd name="connsiteY252" fmla="*/ 2654327 h 4711590"/>
              <a:gd name="connsiteX253" fmla="*/ 5870575 w 6327775"/>
              <a:gd name="connsiteY253" fmla="*/ 2508277 h 4711590"/>
              <a:gd name="connsiteX254" fmla="*/ 6181725 w 6327775"/>
              <a:gd name="connsiteY254" fmla="*/ 2654327 h 4711590"/>
              <a:gd name="connsiteX255" fmla="*/ 6327775 w 6327775"/>
              <a:gd name="connsiteY255" fmla="*/ 2654327 h 4711590"/>
              <a:gd name="connsiteX256" fmla="*/ 5870575 w 6327775"/>
              <a:gd name="connsiteY256" fmla="*/ 2362227 h 4711590"/>
              <a:gd name="connsiteX257" fmla="*/ 5413375 w 6327775"/>
              <a:gd name="connsiteY257" fmla="*/ 2654327 h 4711590"/>
              <a:gd name="connsiteX258" fmla="*/ 5410201 w 6327775"/>
              <a:gd name="connsiteY258" fmla="*/ 2654327 h 4711590"/>
              <a:gd name="connsiteX259" fmla="*/ 5099051 w 6327775"/>
              <a:gd name="connsiteY259" fmla="*/ 2800377 h 4711590"/>
              <a:gd name="connsiteX260" fmla="*/ 4787901 w 6327775"/>
              <a:gd name="connsiteY260" fmla="*/ 2654327 h 4711590"/>
              <a:gd name="connsiteX261" fmla="*/ 4784668 w 6327775"/>
              <a:gd name="connsiteY261" fmla="*/ 2654327 h 4711590"/>
              <a:gd name="connsiteX262" fmla="*/ 4748795 w 6327775"/>
              <a:gd name="connsiteY262" fmla="*/ 2540808 h 4711590"/>
              <a:gd name="connsiteX263" fmla="*/ 4327524 w 6327775"/>
              <a:gd name="connsiteY263" fmla="*/ 2362406 h 4711590"/>
              <a:gd name="connsiteX264" fmla="*/ 3870324 w 6327775"/>
              <a:gd name="connsiteY264" fmla="*/ 2654506 h 4711590"/>
              <a:gd name="connsiteX265" fmla="*/ 3867150 w 6327775"/>
              <a:gd name="connsiteY265" fmla="*/ 2654506 h 4711590"/>
              <a:gd name="connsiteX266" fmla="*/ 3556000 w 6327775"/>
              <a:gd name="connsiteY266" fmla="*/ 2800556 h 4711590"/>
              <a:gd name="connsiteX267" fmla="*/ 3244850 w 6327775"/>
              <a:gd name="connsiteY267" fmla="*/ 2654506 h 4711590"/>
              <a:gd name="connsiteX268" fmla="*/ 3098800 w 6327775"/>
              <a:gd name="connsiteY268" fmla="*/ 2654506 h 4711590"/>
              <a:gd name="connsiteX269" fmla="*/ 3556000 w 6327775"/>
              <a:gd name="connsiteY269" fmla="*/ 2946606 h 4711590"/>
              <a:gd name="connsiteX270" fmla="*/ 457200 w 6327775"/>
              <a:gd name="connsiteY270" fmla="*/ 3530985 h 4711590"/>
              <a:gd name="connsiteX271" fmla="*/ 914400 w 6327775"/>
              <a:gd name="connsiteY271" fmla="*/ 3238885 h 4711590"/>
              <a:gd name="connsiteX272" fmla="*/ 917574 w 6327775"/>
              <a:gd name="connsiteY272" fmla="*/ 3238885 h 4711590"/>
              <a:gd name="connsiteX273" fmla="*/ 1228724 w 6327775"/>
              <a:gd name="connsiteY273" fmla="*/ 3092835 h 4711590"/>
              <a:gd name="connsiteX274" fmla="*/ 1539874 w 6327775"/>
              <a:gd name="connsiteY274" fmla="*/ 3238885 h 4711590"/>
              <a:gd name="connsiteX275" fmla="*/ 1543108 w 6327775"/>
              <a:gd name="connsiteY275" fmla="*/ 3238885 h 4711590"/>
              <a:gd name="connsiteX276" fmla="*/ 1578980 w 6327775"/>
              <a:gd name="connsiteY276" fmla="*/ 3352404 h 4711590"/>
              <a:gd name="connsiteX277" fmla="*/ 2000251 w 6327775"/>
              <a:gd name="connsiteY277" fmla="*/ 3530806 h 4711590"/>
              <a:gd name="connsiteX278" fmla="*/ 2457451 w 6327775"/>
              <a:gd name="connsiteY278" fmla="*/ 3238706 h 4711590"/>
              <a:gd name="connsiteX279" fmla="*/ 2460625 w 6327775"/>
              <a:gd name="connsiteY279" fmla="*/ 3238706 h 4711590"/>
              <a:gd name="connsiteX280" fmla="*/ 2771775 w 6327775"/>
              <a:gd name="connsiteY280" fmla="*/ 3092656 h 4711590"/>
              <a:gd name="connsiteX281" fmla="*/ 3082925 w 6327775"/>
              <a:gd name="connsiteY281" fmla="*/ 3238706 h 4711590"/>
              <a:gd name="connsiteX282" fmla="*/ 3228975 w 6327775"/>
              <a:gd name="connsiteY282" fmla="*/ 3238706 h 4711590"/>
              <a:gd name="connsiteX283" fmla="*/ 2771775 w 6327775"/>
              <a:gd name="connsiteY283" fmla="*/ 2946606 h 4711590"/>
              <a:gd name="connsiteX284" fmla="*/ 2314575 w 6327775"/>
              <a:gd name="connsiteY284" fmla="*/ 3238706 h 4711590"/>
              <a:gd name="connsiteX285" fmla="*/ 2311401 w 6327775"/>
              <a:gd name="connsiteY285" fmla="*/ 3238706 h 4711590"/>
              <a:gd name="connsiteX286" fmla="*/ 2000251 w 6327775"/>
              <a:gd name="connsiteY286" fmla="*/ 3384756 h 4711590"/>
              <a:gd name="connsiteX287" fmla="*/ 1689101 w 6327775"/>
              <a:gd name="connsiteY287" fmla="*/ 3238706 h 4711590"/>
              <a:gd name="connsiteX288" fmla="*/ 1685868 w 6327775"/>
              <a:gd name="connsiteY288" fmla="*/ 3238706 h 4711590"/>
              <a:gd name="connsiteX289" fmla="*/ 1649995 w 6327775"/>
              <a:gd name="connsiteY289" fmla="*/ 3125187 h 4711590"/>
              <a:gd name="connsiteX290" fmla="*/ 1228724 w 6327775"/>
              <a:gd name="connsiteY290" fmla="*/ 2946785 h 4711590"/>
              <a:gd name="connsiteX291" fmla="*/ 771524 w 6327775"/>
              <a:gd name="connsiteY291" fmla="*/ 3238885 h 4711590"/>
              <a:gd name="connsiteX292" fmla="*/ 768350 w 6327775"/>
              <a:gd name="connsiteY292" fmla="*/ 3238885 h 4711590"/>
              <a:gd name="connsiteX293" fmla="*/ 457200 w 6327775"/>
              <a:gd name="connsiteY293" fmla="*/ 3384935 h 4711590"/>
              <a:gd name="connsiteX294" fmla="*/ 146050 w 6327775"/>
              <a:gd name="connsiteY294" fmla="*/ 3238885 h 4711590"/>
              <a:gd name="connsiteX295" fmla="*/ 0 w 6327775"/>
              <a:gd name="connsiteY295" fmla="*/ 3238885 h 4711590"/>
              <a:gd name="connsiteX296" fmla="*/ 457200 w 6327775"/>
              <a:gd name="connsiteY296" fmla="*/ 3530985 h 4711590"/>
              <a:gd name="connsiteX297" fmla="*/ 3556000 w 6327775"/>
              <a:gd name="connsiteY297" fmla="*/ 3534934 h 4711590"/>
              <a:gd name="connsiteX298" fmla="*/ 4013200 w 6327775"/>
              <a:gd name="connsiteY298" fmla="*/ 3242834 h 4711590"/>
              <a:gd name="connsiteX299" fmla="*/ 4016374 w 6327775"/>
              <a:gd name="connsiteY299" fmla="*/ 3242834 h 4711590"/>
              <a:gd name="connsiteX300" fmla="*/ 4327524 w 6327775"/>
              <a:gd name="connsiteY300" fmla="*/ 3096784 h 4711590"/>
              <a:gd name="connsiteX301" fmla="*/ 4638674 w 6327775"/>
              <a:gd name="connsiteY301" fmla="*/ 3242834 h 4711590"/>
              <a:gd name="connsiteX302" fmla="*/ 4641908 w 6327775"/>
              <a:gd name="connsiteY302" fmla="*/ 3242834 h 4711590"/>
              <a:gd name="connsiteX303" fmla="*/ 4677780 w 6327775"/>
              <a:gd name="connsiteY303" fmla="*/ 3356353 h 4711590"/>
              <a:gd name="connsiteX304" fmla="*/ 5099051 w 6327775"/>
              <a:gd name="connsiteY304" fmla="*/ 3534755 h 4711590"/>
              <a:gd name="connsiteX305" fmla="*/ 5556251 w 6327775"/>
              <a:gd name="connsiteY305" fmla="*/ 3242655 h 4711590"/>
              <a:gd name="connsiteX306" fmla="*/ 5559425 w 6327775"/>
              <a:gd name="connsiteY306" fmla="*/ 3242655 h 4711590"/>
              <a:gd name="connsiteX307" fmla="*/ 5870575 w 6327775"/>
              <a:gd name="connsiteY307" fmla="*/ 3096605 h 4711590"/>
              <a:gd name="connsiteX308" fmla="*/ 6181725 w 6327775"/>
              <a:gd name="connsiteY308" fmla="*/ 3242655 h 4711590"/>
              <a:gd name="connsiteX309" fmla="*/ 6327775 w 6327775"/>
              <a:gd name="connsiteY309" fmla="*/ 3242655 h 4711590"/>
              <a:gd name="connsiteX310" fmla="*/ 5870575 w 6327775"/>
              <a:gd name="connsiteY310" fmla="*/ 2950555 h 4711590"/>
              <a:gd name="connsiteX311" fmla="*/ 5413375 w 6327775"/>
              <a:gd name="connsiteY311" fmla="*/ 3242655 h 4711590"/>
              <a:gd name="connsiteX312" fmla="*/ 5410201 w 6327775"/>
              <a:gd name="connsiteY312" fmla="*/ 3242655 h 4711590"/>
              <a:gd name="connsiteX313" fmla="*/ 5099051 w 6327775"/>
              <a:gd name="connsiteY313" fmla="*/ 3388705 h 4711590"/>
              <a:gd name="connsiteX314" fmla="*/ 4787901 w 6327775"/>
              <a:gd name="connsiteY314" fmla="*/ 3242655 h 4711590"/>
              <a:gd name="connsiteX315" fmla="*/ 4784668 w 6327775"/>
              <a:gd name="connsiteY315" fmla="*/ 3242655 h 4711590"/>
              <a:gd name="connsiteX316" fmla="*/ 4748795 w 6327775"/>
              <a:gd name="connsiteY316" fmla="*/ 3129136 h 4711590"/>
              <a:gd name="connsiteX317" fmla="*/ 4327524 w 6327775"/>
              <a:gd name="connsiteY317" fmla="*/ 2950734 h 4711590"/>
              <a:gd name="connsiteX318" fmla="*/ 3870324 w 6327775"/>
              <a:gd name="connsiteY318" fmla="*/ 3242834 h 4711590"/>
              <a:gd name="connsiteX319" fmla="*/ 3867150 w 6327775"/>
              <a:gd name="connsiteY319" fmla="*/ 3242834 h 4711590"/>
              <a:gd name="connsiteX320" fmla="*/ 3556000 w 6327775"/>
              <a:gd name="connsiteY320" fmla="*/ 3388884 h 4711590"/>
              <a:gd name="connsiteX321" fmla="*/ 3244850 w 6327775"/>
              <a:gd name="connsiteY321" fmla="*/ 3242834 h 4711590"/>
              <a:gd name="connsiteX322" fmla="*/ 3098800 w 6327775"/>
              <a:gd name="connsiteY322" fmla="*/ 3242834 h 4711590"/>
              <a:gd name="connsiteX323" fmla="*/ 3556000 w 6327775"/>
              <a:gd name="connsiteY323" fmla="*/ 3534934 h 4711590"/>
              <a:gd name="connsiteX324" fmla="*/ 457200 w 6327775"/>
              <a:gd name="connsiteY324" fmla="*/ 4119313 h 4711590"/>
              <a:gd name="connsiteX325" fmla="*/ 914400 w 6327775"/>
              <a:gd name="connsiteY325" fmla="*/ 3827213 h 4711590"/>
              <a:gd name="connsiteX326" fmla="*/ 917574 w 6327775"/>
              <a:gd name="connsiteY326" fmla="*/ 3827213 h 4711590"/>
              <a:gd name="connsiteX327" fmla="*/ 1228724 w 6327775"/>
              <a:gd name="connsiteY327" fmla="*/ 3681163 h 4711590"/>
              <a:gd name="connsiteX328" fmla="*/ 1539874 w 6327775"/>
              <a:gd name="connsiteY328" fmla="*/ 3827213 h 4711590"/>
              <a:gd name="connsiteX329" fmla="*/ 1543108 w 6327775"/>
              <a:gd name="connsiteY329" fmla="*/ 3827213 h 4711590"/>
              <a:gd name="connsiteX330" fmla="*/ 1578980 w 6327775"/>
              <a:gd name="connsiteY330" fmla="*/ 3940732 h 4711590"/>
              <a:gd name="connsiteX331" fmla="*/ 2000251 w 6327775"/>
              <a:gd name="connsiteY331" fmla="*/ 4119134 h 4711590"/>
              <a:gd name="connsiteX332" fmla="*/ 2457451 w 6327775"/>
              <a:gd name="connsiteY332" fmla="*/ 3827034 h 4711590"/>
              <a:gd name="connsiteX333" fmla="*/ 2460625 w 6327775"/>
              <a:gd name="connsiteY333" fmla="*/ 3827034 h 4711590"/>
              <a:gd name="connsiteX334" fmla="*/ 2771775 w 6327775"/>
              <a:gd name="connsiteY334" fmla="*/ 3680984 h 4711590"/>
              <a:gd name="connsiteX335" fmla="*/ 3082925 w 6327775"/>
              <a:gd name="connsiteY335" fmla="*/ 3827034 h 4711590"/>
              <a:gd name="connsiteX336" fmla="*/ 3228975 w 6327775"/>
              <a:gd name="connsiteY336" fmla="*/ 3827034 h 4711590"/>
              <a:gd name="connsiteX337" fmla="*/ 2771775 w 6327775"/>
              <a:gd name="connsiteY337" fmla="*/ 3534934 h 4711590"/>
              <a:gd name="connsiteX338" fmla="*/ 2314575 w 6327775"/>
              <a:gd name="connsiteY338" fmla="*/ 3827034 h 4711590"/>
              <a:gd name="connsiteX339" fmla="*/ 2311401 w 6327775"/>
              <a:gd name="connsiteY339" fmla="*/ 3827034 h 4711590"/>
              <a:gd name="connsiteX340" fmla="*/ 2000251 w 6327775"/>
              <a:gd name="connsiteY340" fmla="*/ 3973084 h 4711590"/>
              <a:gd name="connsiteX341" fmla="*/ 1689101 w 6327775"/>
              <a:gd name="connsiteY341" fmla="*/ 3827034 h 4711590"/>
              <a:gd name="connsiteX342" fmla="*/ 1685868 w 6327775"/>
              <a:gd name="connsiteY342" fmla="*/ 3827034 h 4711590"/>
              <a:gd name="connsiteX343" fmla="*/ 1649995 w 6327775"/>
              <a:gd name="connsiteY343" fmla="*/ 3713515 h 4711590"/>
              <a:gd name="connsiteX344" fmla="*/ 1228724 w 6327775"/>
              <a:gd name="connsiteY344" fmla="*/ 3535113 h 4711590"/>
              <a:gd name="connsiteX345" fmla="*/ 771524 w 6327775"/>
              <a:gd name="connsiteY345" fmla="*/ 3827213 h 4711590"/>
              <a:gd name="connsiteX346" fmla="*/ 768350 w 6327775"/>
              <a:gd name="connsiteY346" fmla="*/ 3827213 h 4711590"/>
              <a:gd name="connsiteX347" fmla="*/ 457200 w 6327775"/>
              <a:gd name="connsiteY347" fmla="*/ 3973263 h 4711590"/>
              <a:gd name="connsiteX348" fmla="*/ 146050 w 6327775"/>
              <a:gd name="connsiteY348" fmla="*/ 3827213 h 4711590"/>
              <a:gd name="connsiteX349" fmla="*/ 0 w 6327775"/>
              <a:gd name="connsiteY349" fmla="*/ 3827213 h 4711590"/>
              <a:gd name="connsiteX350" fmla="*/ 457200 w 6327775"/>
              <a:gd name="connsiteY350" fmla="*/ 4119313 h 4711590"/>
              <a:gd name="connsiteX351" fmla="*/ 3556000 w 6327775"/>
              <a:gd name="connsiteY351" fmla="*/ 4123262 h 4711590"/>
              <a:gd name="connsiteX352" fmla="*/ 4013200 w 6327775"/>
              <a:gd name="connsiteY352" fmla="*/ 3831162 h 4711590"/>
              <a:gd name="connsiteX353" fmla="*/ 4016374 w 6327775"/>
              <a:gd name="connsiteY353" fmla="*/ 3831162 h 4711590"/>
              <a:gd name="connsiteX354" fmla="*/ 4327524 w 6327775"/>
              <a:gd name="connsiteY354" fmla="*/ 3685112 h 4711590"/>
              <a:gd name="connsiteX355" fmla="*/ 4638674 w 6327775"/>
              <a:gd name="connsiteY355" fmla="*/ 3831162 h 4711590"/>
              <a:gd name="connsiteX356" fmla="*/ 4641908 w 6327775"/>
              <a:gd name="connsiteY356" fmla="*/ 3831162 h 4711590"/>
              <a:gd name="connsiteX357" fmla="*/ 4677780 w 6327775"/>
              <a:gd name="connsiteY357" fmla="*/ 3944681 h 4711590"/>
              <a:gd name="connsiteX358" fmla="*/ 5099051 w 6327775"/>
              <a:gd name="connsiteY358" fmla="*/ 4123083 h 4711590"/>
              <a:gd name="connsiteX359" fmla="*/ 5556251 w 6327775"/>
              <a:gd name="connsiteY359" fmla="*/ 3830983 h 4711590"/>
              <a:gd name="connsiteX360" fmla="*/ 5559425 w 6327775"/>
              <a:gd name="connsiteY360" fmla="*/ 3830983 h 4711590"/>
              <a:gd name="connsiteX361" fmla="*/ 5870575 w 6327775"/>
              <a:gd name="connsiteY361" fmla="*/ 3684933 h 4711590"/>
              <a:gd name="connsiteX362" fmla="*/ 6181725 w 6327775"/>
              <a:gd name="connsiteY362" fmla="*/ 3830983 h 4711590"/>
              <a:gd name="connsiteX363" fmla="*/ 6327775 w 6327775"/>
              <a:gd name="connsiteY363" fmla="*/ 3830983 h 4711590"/>
              <a:gd name="connsiteX364" fmla="*/ 5870575 w 6327775"/>
              <a:gd name="connsiteY364" fmla="*/ 3538883 h 4711590"/>
              <a:gd name="connsiteX365" fmla="*/ 5413375 w 6327775"/>
              <a:gd name="connsiteY365" fmla="*/ 3830983 h 4711590"/>
              <a:gd name="connsiteX366" fmla="*/ 5410201 w 6327775"/>
              <a:gd name="connsiteY366" fmla="*/ 3830983 h 4711590"/>
              <a:gd name="connsiteX367" fmla="*/ 5099051 w 6327775"/>
              <a:gd name="connsiteY367" fmla="*/ 3977033 h 4711590"/>
              <a:gd name="connsiteX368" fmla="*/ 4787901 w 6327775"/>
              <a:gd name="connsiteY368" fmla="*/ 3830983 h 4711590"/>
              <a:gd name="connsiteX369" fmla="*/ 4784668 w 6327775"/>
              <a:gd name="connsiteY369" fmla="*/ 3830983 h 4711590"/>
              <a:gd name="connsiteX370" fmla="*/ 4748795 w 6327775"/>
              <a:gd name="connsiteY370" fmla="*/ 3717464 h 4711590"/>
              <a:gd name="connsiteX371" fmla="*/ 4327524 w 6327775"/>
              <a:gd name="connsiteY371" fmla="*/ 3539062 h 4711590"/>
              <a:gd name="connsiteX372" fmla="*/ 3870324 w 6327775"/>
              <a:gd name="connsiteY372" fmla="*/ 3831162 h 4711590"/>
              <a:gd name="connsiteX373" fmla="*/ 3867150 w 6327775"/>
              <a:gd name="connsiteY373" fmla="*/ 3831162 h 4711590"/>
              <a:gd name="connsiteX374" fmla="*/ 3556000 w 6327775"/>
              <a:gd name="connsiteY374" fmla="*/ 3977212 h 4711590"/>
              <a:gd name="connsiteX375" fmla="*/ 3244850 w 6327775"/>
              <a:gd name="connsiteY375" fmla="*/ 3831162 h 4711590"/>
              <a:gd name="connsiteX376" fmla="*/ 3098800 w 6327775"/>
              <a:gd name="connsiteY376" fmla="*/ 3831162 h 4711590"/>
              <a:gd name="connsiteX377" fmla="*/ 3556000 w 6327775"/>
              <a:gd name="connsiteY377" fmla="*/ 4123262 h 4711590"/>
              <a:gd name="connsiteX378" fmla="*/ 457200 w 6327775"/>
              <a:gd name="connsiteY378" fmla="*/ 4707641 h 4711590"/>
              <a:gd name="connsiteX379" fmla="*/ 914400 w 6327775"/>
              <a:gd name="connsiteY379" fmla="*/ 4415541 h 4711590"/>
              <a:gd name="connsiteX380" fmla="*/ 917574 w 6327775"/>
              <a:gd name="connsiteY380" fmla="*/ 4415541 h 4711590"/>
              <a:gd name="connsiteX381" fmla="*/ 1228724 w 6327775"/>
              <a:gd name="connsiteY381" fmla="*/ 4269491 h 4711590"/>
              <a:gd name="connsiteX382" fmla="*/ 1539874 w 6327775"/>
              <a:gd name="connsiteY382" fmla="*/ 4415541 h 4711590"/>
              <a:gd name="connsiteX383" fmla="*/ 1543108 w 6327775"/>
              <a:gd name="connsiteY383" fmla="*/ 4415541 h 4711590"/>
              <a:gd name="connsiteX384" fmla="*/ 1578980 w 6327775"/>
              <a:gd name="connsiteY384" fmla="*/ 4529060 h 4711590"/>
              <a:gd name="connsiteX385" fmla="*/ 2000251 w 6327775"/>
              <a:gd name="connsiteY385" fmla="*/ 4707462 h 4711590"/>
              <a:gd name="connsiteX386" fmla="*/ 2457451 w 6327775"/>
              <a:gd name="connsiteY386" fmla="*/ 4415362 h 4711590"/>
              <a:gd name="connsiteX387" fmla="*/ 2460625 w 6327775"/>
              <a:gd name="connsiteY387" fmla="*/ 4415362 h 4711590"/>
              <a:gd name="connsiteX388" fmla="*/ 2771775 w 6327775"/>
              <a:gd name="connsiteY388" fmla="*/ 4269312 h 4711590"/>
              <a:gd name="connsiteX389" fmla="*/ 3082925 w 6327775"/>
              <a:gd name="connsiteY389" fmla="*/ 4415362 h 4711590"/>
              <a:gd name="connsiteX390" fmla="*/ 3228975 w 6327775"/>
              <a:gd name="connsiteY390" fmla="*/ 4415362 h 4711590"/>
              <a:gd name="connsiteX391" fmla="*/ 2771775 w 6327775"/>
              <a:gd name="connsiteY391" fmla="*/ 4123262 h 4711590"/>
              <a:gd name="connsiteX392" fmla="*/ 2314575 w 6327775"/>
              <a:gd name="connsiteY392" fmla="*/ 4415362 h 4711590"/>
              <a:gd name="connsiteX393" fmla="*/ 2311401 w 6327775"/>
              <a:gd name="connsiteY393" fmla="*/ 4415362 h 4711590"/>
              <a:gd name="connsiteX394" fmla="*/ 2000251 w 6327775"/>
              <a:gd name="connsiteY394" fmla="*/ 4561412 h 4711590"/>
              <a:gd name="connsiteX395" fmla="*/ 1689101 w 6327775"/>
              <a:gd name="connsiteY395" fmla="*/ 4415362 h 4711590"/>
              <a:gd name="connsiteX396" fmla="*/ 1685868 w 6327775"/>
              <a:gd name="connsiteY396" fmla="*/ 4415362 h 4711590"/>
              <a:gd name="connsiteX397" fmla="*/ 1649995 w 6327775"/>
              <a:gd name="connsiteY397" fmla="*/ 4301843 h 4711590"/>
              <a:gd name="connsiteX398" fmla="*/ 1228724 w 6327775"/>
              <a:gd name="connsiteY398" fmla="*/ 4123441 h 4711590"/>
              <a:gd name="connsiteX399" fmla="*/ 771524 w 6327775"/>
              <a:gd name="connsiteY399" fmla="*/ 4415541 h 4711590"/>
              <a:gd name="connsiteX400" fmla="*/ 768350 w 6327775"/>
              <a:gd name="connsiteY400" fmla="*/ 4415541 h 4711590"/>
              <a:gd name="connsiteX401" fmla="*/ 457200 w 6327775"/>
              <a:gd name="connsiteY401" fmla="*/ 4561591 h 4711590"/>
              <a:gd name="connsiteX402" fmla="*/ 146050 w 6327775"/>
              <a:gd name="connsiteY402" fmla="*/ 4415541 h 4711590"/>
              <a:gd name="connsiteX403" fmla="*/ 0 w 6327775"/>
              <a:gd name="connsiteY403" fmla="*/ 4415541 h 4711590"/>
              <a:gd name="connsiteX404" fmla="*/ 457200 w 6327775"/>
              <a:gd name="connsiteY404" fmla="*/ 4707641 h 4711590"/>
              <a:gd name="connsiteX405" fmla="*/ 3556000 w 6327775"/>
              <a:gd name="connsiteY405" fmla="*/ 4711590 h 4711590"/>
              <a:gd name="connsiteX406" fmla="*/ 4013200 w 6327775"/>
              <a:gd name="connsiteY406" fmla="*/ 4419490 h 4711590"/>
              <a:gd name="connsiteX407" fmla="*/ 4016374 w 6327775"/>
              <a:gd name="connsiteY407" fmla="*/ 4419490 h 4711590"/>
              <a:gd name="connsiteX408" fmla="*/ 4327524 w 6327775"/>
              <a:gd name="connsiteY408" fmla="*/ 4273440 h 4711590"/>
              <a:gd name="connsiteX409" fmla="*/ 4638674 w 6327775"/>
              <a:gd name="connsiteY409" fmla="*/ 4419490 h 4711590"/>
              <a:gd name="connsiteX410" fmla="*/ 4641908 w 6327775"/>
              <a:gd name="connsiteY410" fmla="*/ 4419490 h 4711590"/>
              <a:gd name="connsiteX411" fmla="*/ 4677780 w 6327775"/>
              <a:gd name="connsiteY411" fmla="*/ 4533009 h 4711590"/>
              <a:gd name="connsiteX412" fmla="*/ 5099051 w 6327775"/>
              <a:gd name="connsiteY412" fmla="*/ 4711411 h 4711590"/>
              <a:gd name="connsiteX413" fmla="*/ 5556251 w 6327775"/>
              <a:gd name="connsiteY413" fmla="*/ 4419311 h 4711590"/>
              <a:gd name="connsiteX414" fmla="*/ 5559425 w 6327775"/>
              <a:gd name="connsiteY414" fmla="*/ 4419311 h 4711590"/>
              <a:gd name="connsiteX415" fmla="*/ 5870575 w 6327775"/>
              <a:gd name="connsiteY415" fmla="*/ 4273261 h 4711590"/>
              <a:gd name="connsiteX416" fmla="*/ 6181725 w 6327775"/>
              <a:gd name="connsiteY416" fmla="*/ 4419311 h 4711590"/>
              <a:gd name="connsiteX417" fmla="*/ 6327775 w 6327775"/>
              <a:gd name="connsiteY417" fmla="*/ 4419311 h 4711590"/>
              <a:gd name="connsiteX418" fmla="*/ 5870575 w 6327775"/>
              <a:gd name="connsiteY418" fmla="*/ 4127211 h 4711590"/>
              <a:gd name="connsiteX419" fmla="*/ 5413375 w 6327775"/>
              <a:gd name="connsiteY419" fmla="*/ 4419311 h 4711590"/>
              <a:gd name="connsiteX420" fmla="*/ 5410201 w 6327775"/>
              <a:gd name="connsiteY420" fmla="*/ 4419311 h 4711590"/>
              <a:gd name="connsiteX421" fmla="*/ 5099051 w 6327775"/>
              <a:gd name="connsiteY421" fmla="*/ 4565361 h 4711590"/>
              <a:gd name="connsiteX422" fmla="*/ 4787901 w 6327775"/>
              <a:gd name="connsiteY422" fmla="*/ 4419311 h 4711590"/>
              <a:gd name="connsiteX423" fmla="*/ 4784668 w 6327775"/>
              <a:gd name="connsiteY423" fmla="*/ 4419311 h 4711590"/>
              <a:gd name="connsiteX424" fmla="*/ 4748795 w 6327775"/>
              <a:gd name="connsiteY424" fmla="*/ 4305792 h 4711590"/>
              <a:gd name="connsiteX425" fmla="*/ 4327524 w 6327775"/>
              <a:gd name="connsiteY425" fmla="*/ 4127390 h 4711590"/>
              <a:gd name="connsiteX426" fmla="*/ 3870324 w 6327775"/>
              <a:gd name="connsiteY426" fmla="*/ 4419490 h 4711590"/>
              <a:gd name="connsiteX427" fmla="*/ 3867150 w 6327775"/>
              <a:gd name="connsiteY427" fmla="*/ 4419490 h 4711590"/>
              <a:gd name="connsiteX428" fmla="*/ 3556000 w 6327775"/>
              <a:gd name="connsiteY428" fmla="*/ 4565540 h 4711590"/>
              <a:gd name="connsiteX429" fmla="*/ 3244850 w 6327775"/>
              <a:gd name="connsiteY429" fmla="*/ 4419490 h 4711590"/>
              <a:gd name="connsiteX430" fmla="*/ 3098800 w 6327775"/>
              <a:gd name="connsiteY430" fmla="*/ 4419490 h 4711590"/>
              <a:gd name="connsiteX431" fmla="*/ 3556000 w 6327775"/>
              <a:gd name="connsiteY431" fmla="*/ 4711590 h 471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</a:cxnLst>
            <a:rect l="l" t="t" r="r" b="b"/>
            <a:pathLst>
              <a:path w="6327775" h="4711590">
                <a:moveTo>
                  <a:pt x="457200" y="584379"/>
                </a:moveTo>
                <a:cubicBezTo>
                  <a:pt x="709705" y="584379"/>
                  <a:pt x="914400" y="453601"/>
                  <a:pt x="914400" y="292279"/>
                </a:cubicBezTo>
                <a:lnTo>
                  <a:pt x="917574" y="292279"/>
                </a:lnTo>
                <a:cubicBezTo>
                  <a:pt x="917574" y="211618"/>
                  <a:pt x="1056881" y="146229"/>
                  <a:pt x="1228724" y="146229"/>
                </a:cubicBezTo>
                <a:cubicBezTo>
                  <a:pt x="1400567" y="146229"/>
                  <a:pt x="1539874" y="211618"/>
                  <a:pt x="1539874" y="292279"/>
                </a:cubicBezTo>
                <a:lnTo>
                  <a:pt x="1543108" y="292279"/>
                </a:lnTo>
                <a:lnTo>
                  <a:pt x="1578980" y="405798"/>
                </a:lnTo>
                <a:cubicBezTo>
                  <a:pt x="1648387" y="510637"/>
                  <a:pt x="1810872" y="584200"/>
                  <a:pt x="2000251" y="584200"/>
                </a:cubicBezTo>
                <a:cubicBezTo>
                  <a:pt x="2252756" y="584200"/>
                  <a:pt x="2457451" y="453422"/>
                  <a:pt x="2457451" y="292100"/>
                </a:cubicBezTo>
                <a:lnTo>
                  <a:pt x="2460625" y="292100"/>
                </a:lnTo>
                <a:cubicBezTo>
                  <a:pt x="2460625" y="211439"/>
                  <a:pt x="2599932" y="146050"/>
                  <a:pt x="2771775" y="146050"/>
                </a:cubicBezTo>
                <a:cubicBezTo>
                  <a:pt x="2943618" y="146050"/>
                  <a:pt x="3082925" y="211439"/>
                  <a:pt x="3082925" y="292100"/>
                </a:cubicBezTo>
                <a:lnTo>
                  <a:pt x="3228975" y="292100"/>
                </a:lnTo>
                <a:cubicBezTo>
                  <a:pt x="3228975" y="130778"/>
                  <a:pt x="3024280" y="0"/>
                  <a:pt x="2771775" y="0"/>
                </a:cubicBezTo>
                <a:cubicBezTo>
                  <a:pt x="2519270" y="0"/>
                  <a:pt x="2314575" y="130778"/>
                  <a:pt x="2314575" y="292100"/>
                </a:cubicBezTo>
                <a:lnTo>
                  <a:pt x="2311401" y="292100"/>
                </a:lnTo>
                <a:cubicBezTo>
                  <a:pt x="2311401" y="372761"/>
                  <a:pt x="2172094" y="438150"/>
                  <a:pt x="2000251" y="438150"/>
                </a:cubicBezTo>
                <a:cubicBezTo>
                  <a:pt x="1828408" y="438150"/>
                  <a:pt x="1689101" y="372761"/>
                  <a:pt x="1689101" y="292100"/>
                </a:cubicBezTo>
                <a:lnTo>
                  <a:pt x="1685868" y="292100"/>
                </a:lnTo>
                <a:lnTo>
                  <a:pt x="1649995" y="178581"/>
                </a:lnTo>
                <a:cubicBezTo>
                  <a:pt x="1580589" y="73742"/>
                  <a:pt x="1418103" y="179"/>
                  <a:pt x="1228724" y="179"/>
                </a:cubicBezTo>
                <a:cubicBezTo>
                  <a:pt x="976219" y="179"/>
                  <a:pt x="771524" y="130957"/>
                  <a:pt x="771524" y="292279"/>
                </a:cubicBezTo>
                <a:lnTo>
                  <a:pt x="768350" y="292279"/>
                </a:lnTo>
                <a:cubicBezTo>
                  <a:pt x="768350" y="372940"/>
                  <a:pt x="629043" y="438329"/>
                  <a:pt x="457200" y="438329"/>
                </a:cubicBezTo>
                <a:cubicBezTo>
                  <a:pt x="285357" y="438329"/>
                  <a:pt x="146050" y="372940"/>
                  <a:pt x="146050" y="292279"/>
                </a:cubicBezTo>
                <a:lnTo>
                  <a:pt x="0" y="292279"/>
                </a:lnTo>
                <a:cubicBezTo>
                  <a:pt x="0" y="453601"/>
                  <a:pt x="204695" y="584379"/>
                  <a:pt x="457200" y="584379"/>
                </a:cubicBezTo>
                <a:close/>
                <a:moveTo>
                  <a:pt x="3556000" y="588328"/>
                </a:moveTo>
                <a:cubicBezTo>
                  <a:pt x="3808505" y="588328"/>
                  <a:pt x="4013200" y="457550"/>
                  <a:pt x="4013200" y="296228"/>
                </a:cubicBezTo>
                <a:lnTo>
                  <a:pt x="4016374" y="296228"/>
                </a:lnTo>
                <a:cubicBezTo>
                  <a:pt x="4016374" y="215567"/>
                  <a:pt x="4155681" y="150178"/>
                  <a:pt x="4327524" y="150178"/>
                </a:cubicBezTo>
                <a:cubicBezTo>
                  <a:pt x="4499367" y="150178"/>
                  <a:pt x="4638674" y="215567"/>
                  <a:pt x="4638674" y="296228"/>
                </a:cubicBezTo>
                <a:lnTo>
                  <a:pt x="4641908" y="296228"/>
                </a:lnTo>
                <a:lnTo>
                  <a:pt x="4677780" y="409747"/>
                </a:lnTo>
                <a:cubicBezTo>
                  <a:pt x="4747187" y="514586"/>
                  <a:pt x="4909672" y="588149"/>
                  <a:pt x="5099051" y="588149"/>
                </a:cubicBezTo>
                <a:cubicBezTo>
                  <a:pt x="5351556" y="588149"/>
                  <a:pt x="5556251" y="457371"/>
                  <a:pt x="5556251" y="296049"/>
                </a:cubicBezTo>
                <a:lnTo>
                  <a:pt x="5559425" y="296049"/>
                </a:lnTo>
                <a:cubicBezTo>
                  <a:pt x="5559425" y="215388"/>
                  <a:pt x="5698732" y="149999"/>
                  <a:pt x="5870575" y="149999"/>
                </a:cubicBezTo>
                <a:cubicBezTo>
                  <a:pt x="6042418" y="149999"/>
                  <a:pt x="6181725" y="215388"/>
                  <a:pt x="6181725" y="296049"/>
                </a:cubicBezTo>
                <a:lnTo>
                  <a:pt x="6327775" y="296049"/>
                </a:lnTo>
                <a:cubicBezTo>
                  <a:pt x="6327775" y="134727"/>
                  <a:pt x="6123080" y="3949"/>
                  <a:pt x="5870575" y="3949"/>
                </a:cubicBezTo>
                <a:cubicBezTo>
                  <a:pt x="5618070" y="3949"/>
                  <a:pt x="5413375" y="134727"/>
                  <a:pt x="5413375" y="296049"/>
                </a:cubicBezTo>
                <a:lnTo>
                  <a:pt x="5410201" y="296049"/>
                </a:lnTo>
                <a:cubicBezTo>
                  <a:pt x="5410201" y="376710"/>
                  <a:pt x="5270894" y="442099"/>
                  <a:pt x="5099051" y="442099"/>
                </a:cubicBezTo>
                <a:cubicBezTo>
                  <a:pt x="4927208" y="442099"/>
                  <a:pt x="4787901" y="376710"/>
                  <a:pt x="4787901" y="296049"/>
                </a:cubicBezTo>
                <a:lnTo>
                  <a:pt x="4784668" y="296049"/>
                </a:lnTo>
                <a:lnTo>
                  <a:pt x="4748795" y="182530"/>
                </a:lnTo>
                <a:cubicBezTo>
                  <a:pt x="4679389" y="77691"/>
                  <a:pt x="4516903" y="4128"/>
                  <a:pt x="4327524" y="4128"/>
                </a:cubicBezTo>
                <a:cubicBezTo>
                  <a:pt x="4075019" y="4128"/>
                  <a:pt x="3870324" y="134906"/>
                  <a:pt x="3870324" y="296228"/>
                </a:cubicBezTo>
                <a:lnTo>
                  <a:pt x="3867150" y="296228"/>
                </a:lnTo>
                <a:cubicBezTo>
                  <a:pt x="3867150" y="376889"/>
                  <a:pt x="3727843" y="442278"/>
                  <a:pt x="3556000" y="442278"/>
                </a:cubicBezTo>
                <a:cubicBezTo>
                  <a:pt x="3384157" y="442278"/>
                  <a:pt x="3244850" y="376889"/>
                  <a:pt x="3244850" y="296228"/>
                </a:cubicBezTo>
                <a:lnTo>
                  <a:pt x="3098800" y="296228"/>
                </a:lnTo>
                <a:cubicBezTo>
                  <a:pt x="3098800" y="457550"/>
                  <a:pt x="3303495" y="588328"/>
                  <a:pt x="3556000" y="588328"/>
                </a:cubicBezTo>
                <a:close/>
                <a:moveTo>
                  <a:pt x="457200" y="1172707"/>
                </a:moveTo>
                <a:cubicBezTo>
                  <a:pt x="709705" y="1172707"/>
                  <a:pt x="914400" y="1041929"/>
                  <a:pt x="914400" y="880607"/>
                </a:cubicBezTo>
                <a:lnTo>
                  <a:pt x="917574" y="880607"/>
                </a:lnTo>
                <a:cubicBezTo>
                  <a:pt x="917574" y="799946"/>
                  <a:pt x="1056881" y="734557"/>
                  <a:pt x="1228724" y="734557"/>
                </a:cubicBezTo>
                <a:cubicBezTo>
                  <a:pt x="1400567" y="734557"/>
                  <a:pt x="1539874" y="799946"/>
                  <a:pt x="1539874" y="880607"/>
                </a:cubicBezTo>
                <a:lnTo>
                  <a:pt x="1543108" y="880607"/>
                </a:lnTo>
                <a:lnTo>
                  <a:pt x="1578980" y="994126"/>
                </a:lnTo>
                <a:cubicBezTo>
                  <a:pt x="1648387" y="1098965"/>
                  <a:pt x="1810872" y="1172528"/>
                  <a:pt x="2000251" y="1172528"/>
                </a:cubicBezTo>
                <a:cubicBezTo>
                  <a:pt x="2252756" y="1172528"/>
                  <a:pt x="2457451" y="1041750"/>
                  <a:pt x="2457451" y="880428"/>
                </a:cubicBezTo>
                <a:lnTo>
                  <a:pt x="2460625" y="880428"/>
                </a:lnTo>
                <a:cubicBezTo>
                  <a:pt x="2460625" y="799767"/>
                  <a:pt x="2599932" y="734378"/>
                  <a:pt x="2771775" y="734378"/>
                </a:cubicBezTo>
                <a:cubicBezTo>
                  <a:pt x="2943618" y="734378"/>
                  <a:pt x="3082925" y="799767"/>
                  <a:pt x="3082925" y="880428"/>
                </a:cubicBezTo>
                <a:lnTo>
                  <a:pt x="3228975" y="880428"/>
                </a:lnTo>
                <a:cubicBezTo>
                  <a:pt x="3228975" y="719106"/>
                  <a:pt x="3024280" y="588328"/>
                  <a:pt x="2771775" y="588328"/>
                </a:cubicBezTo>
                <a:cubicBezTo>
                  <a:pt x="2519270" y="588328"/>
                  <a:pt x="2314575" y="719106"/>
                  <a:pt x="2314575" y="880428"/>
                </a:cubicBezTo>
                <a:lnTo>
                  <a:pt x="2311401" y="880428"/>
                </a:lnTo>
                <a:cubicBezTo>
                  <a:pt x="2311401" y="961089"/>
                  <a:pt x="2172094" y="1026478"/>
                  <a:pt x="2000251" y="1026478"/>
                </a:cubicBezTo>
                <a:cubicBezTo>
                  <a:pt x="1828408" y="1026478"/>
                  <a:pt x="1689101" y="961089"/>
                  <a:pt x="1689101" y="880428"/>
                </a:cubicBezTo>
                <a:lnTo>
                  <a:pt x="1685868" y="880428"/>
                </a:lnTo>
                <a:lnTo>
                  <a:pt x="1649995" y="766909"/>
                </a:lnTo>
                <a:cubicBezTo>
                  <a:pt x="1580589" y="662070"/>
                  <a:pt x="1418103" y="588507"/>
                  <a:pt x="1228724" y="588507"/>
                </a:cubicBezTo>
                <a:cubicBezTo>
                  <a:pt x="976219" y="588507"/>
                  <a:pt x="771524" y="719285"/>
                  <a:pt x="771524" y="880607"/>
                </a:cubicBezTo>
                <a:lnTo>
                  <a:pt x="768350" y="880607"/>
                </a:lnTo>
                <a:cubicBezTo>
                  <a:pt x="768350" y="961268"/>
                  <a:pt x="629043" y="1026657"/>
                  <a:pt x="457200" y="1026657"/>
                </a:cubicBezTo>
                <a:cubicBezTo>
                  <a:pt x="285357" y="1026657"/>
                  <a:pt x="146050" y="961268"/>
                  <a:pt x="146050" y="880607"/>
                </a:cubicBezTo>
                <a:lnTo>
                  <a:pt x="0" y="880607"/>
                </a:lnTo>
                <a:cubicBezTo>
                  <a:pt x="0" y="1041929"/>
                  <a:pt x="204695" y="1172707"/>
                  <a:pt x="457200" y="1172707"/>
                </a:cubicBezTo>
                <a:close/>
                <a:moveTo>
                  <a:pt x="3556000" y="1176656"/>
                </a:moveTo>
                <a:cubicBezTo>
                  <a:pt x="3808505" y="1176656"/>
                  <a:pt x="4013200" y="1045878"/>
                  <a:pt x="4013200" y="884556"/>
                </a:cubicBezTo>
                <a:lnTo>
                  <a:pt x="4016374" y="884556"/>
                </a:lnTo>
                <a:cubicBezTo>
                  <a:pt x="4016374" y="803895"/>
                  <a:pt x="4155681" y="738506"/>
                  <a:pt x="4327524" y="738506"/>
                </a:cubicBezTo>
                <a:cubicBezTo>
                  <a:pt x="4499367" y="738506"/>
                  <a:pt x="4638674" y="803895"/>
                  <a:pt x="4638674" y="884556"/>
                </a:cubicBezTo>
                <a:lnTo>
                  <a:pt x="4641908" y="884556"/>
                </a:lnTo>
                <a:lnTo>
                  <a:pt x="4677780" y="998075"/>
                </a:lnTo>
                <a:cubicBezTo>
                  <a:pt x="4747187" y="1102914"/>
                  <a:pt x="4909672" y="1176477"/>
                  <a:pt x="5099051" y="1176477"/>
                </a:cubicBezTo>
                <a:cubicBezTo>
                  <a:pt x="5351556" y="1176477"/>
                  <a:pt x="5556251" y="1045699"/>
                  <a:pt x="5556251" y="884377"/>
                </a:cubicBezTo>
                <a:lnTo>
                  <a:pt x="5559425" y="884377"/>
                </a:lnTo>
                <a:cubicBezTo>
                  <a:pt x="5559425" y="803716"/>
                  <a:pt x="5698732" y="738327"/>
                  <a:pt x="5870575" y="738327"/>
                </a:cubicBezTo>
                <a:cubicBezTo>
                  <a:pt x="6042418" y="738327"/>
                  <a:pt x="6181725" y="803716"/>
                  <a:pt x="6181725" y="884377"/>
                </a:cubicBezTo>
                <a:lnTo>
                  <a:pt x="6327775" y="884377"/>
                </a:lnTo>
                <a:cubicBezTo>
                  <a:pt x="6327775" y="723055"/>
                  <a:pt x="6123080" y="592277"/>
                  <a:pt x="5870575" y="592277"/>
                </a:cubicBezTo>
                <a:cubicBezTo>
                  <a:pt x="5618070" y="592277"/>
                  <a:pt x="5413375" y="723055"/>
                  <a:pt x="5413375" y="884377"/>
                </a:cubicBezTo>
                <a:lnTo>
                  <a:pt x="5410201" y="884377"/>
                </a:lnTo>
                <a:cubicBezTo>
                  <a:pt x="5410201" y="965038"/>
                  <a:pt x="5270894" y="1030427"/>
                  <a:pt x="5099051" y="1030427"/>
                </a:cubicBezTo>
                <a:cubicBezTo>
                  <a:pt x="4927208" y="1030427"/>
                  <a:pt x="4787901" y="965038"/>
                  <a:pt x="4787901" y="884377"/>
                </a:cubicBezTo>
                <a:lnTo>
                  <a:pt x="4784668" y="884377"/>
                </a:lnTo>
                <a:lnTo>
                  <a:pt x="4748795" y="770858"/>
                </a:lnTo>
                <a:cubicBezTo>
                  <a:pt x="4679389" y="666019"/>
                  <a:pt x="4516903" y="592456"/>
                  <a:pt x="4327524" y="592456"/>
                </a:cubicBezTo>
                <a:cubicBezTo>
                  <a:pt x="4075019" y="592456"/>
                  <a:pt x="3870324" y="723234"/>
                  <a:pt x="3870324" y="884556"/>
                </a:cubicBezTo>
                <a:lnTo>
                  <a:pt x="3867150" y="884556"/>
                </a:lnTo>
                <a:cubicBezTo>
                  <a:pt x="3867150" y="965217"/>
                  <a:pt x="3727843" y="1030606"/>
                  <a:pt x="3556000" y="1030606"/>
                </a:cubicBezTo>
                <a:cubicBezTo>
                  <a:pt x="3384157" y="1030606"/>
                  <a:pt x="3244850" y="965217"/>
                  <a:pt x="3244850" y="884556"/>
                </a:cubicBezTo>
                <a:lnTo>
                  <a:pt x="3098800" y="884556"/>
                </a:lnTo>
                <a:cubicBezTo>
                  <a:pt x="3098800" y="1045878"/>
                  <a:pt x="3303495" y="1176656"/>
                  <a:pt x="3556000" y="1176656"/>
                </a:cubicBezTo>
                <a:close/>
                <a:moveTo>
                  <a:pt x="457200" y="1761035"/>
                </a:moveTo>
                <a:cubicBezTo>
                  <a:pt x="709705" y="1761035"/>
                  <a:pt x="914400" y="1630257"/>
                  <a:pt x="914400" y="1468935"/>
                </a:cubicBezTo>
                <a:lnTo>
                  <a:pt x="917574" y="1468935"/>
                </a:lnTo>
                <a:cubicBezTo>
                  <a:pt x="917574" y="1388274"/>
                  <a:pt x="1056881" y="1322885"/>
                  <a:pt x="1228724" y="1322885"/>
                </a:cubicBezTo>
                <a:cubicBezTo>
                  <a:pt x="1400567" y="1322885"/>
                  <a:pt x="1539874" y="1388274"/>
                  <a:pt x="1539874" y="1468935"/>
                </a:cubicBezTo>
                <a:lnTo>
                  <a:pt x="1543108" y="1468935"/>
                </a:lnTo>
                <a:lnTo>
                  <a:pt x="1578980" y="1582454"/>
                </a:lnTo>
                <a:cubicBezTo>
                  <a:pt x="1648387" y="1687293"/>
                  <a:pt x="1810872" y="1760856"/>
                  <a:pt x="2000251" y="1760856"/>
                </a:cubicBezTo>
                <a:cubicBezTo>
                  <a:pt x="2252756" y="1760856"/>
                  <a:pt x="2457451" y="1630078"/>
                  <a:pt x="2457451" y="1468756"/>
                </a:cubicBezTo>
                <a:lnTo>
                  <a:pt x="2460625" y="1468756"/>
                </a:lnTo>
                <a:cubicBezTo>
                  <a:pt x="2460625" y="1388095"/>
                  <a:pt x="2599932" y="1322706"/>
                  <a:pt x="2771775" y="1322706"/>
                </a:cubicBezTo>
                <a:cubicBezTo>
                  <a:pt x="2943618" y="1322706"/>
                  <a:pt x="3082925" y="1388095"/>
                  <a:pt x="3082925" y="1468756"/>
                </a:cubicBezTo>
                <a:lnTo>
                  <a:pt x="3228975" y="1468756"/>
                </a:lnTo>
                <a:cubicBezTo>
                  <a:pt x="3228975" y="1307434"/>
                  <a:pt x="3024280" y="1176656"/>
                  <a:pt x="2771775" y="1176656"/>
                </a:cubicBezTo>
                <a:cubicBezTo>
                  <a:pt x="2519270" y="1176656"/>
                  <a:pt x="2314575" y="1307434"/>
                  <a:pt x="2314575" y="1468756"/>
                </a:cubicBezTo>
                <a:lnTo>
                  <a:pt x="2311401" y="1468756"/>
                </a:lnTo>
                <a:cubicBezTo>
                  <a:pt x="2311401" y="1549417"/>
                  <a:pt x="2172094" y="1614806"/>
                  <a:pt x="2000251" y="1614806"/>
                </a:cubicBezTo>
                <a:cubicBezTo>
                  <a:pt x="1828408" y="1614806"/>
                  <a:pt x="1689101" y="1549417"/>
                  <a:pt x="1689101" y="1468756"/>
                </a:cubicBezTo>
                <a:lnTo>
                  <a:pt x="1685868" y="1468756"/>
                </a:lnTo>
                <a:lnTo>
                  <a:pt x="1649995" y="1355237"/>
                </a:lnTo>
                <a:cubicBezTo>
                  <a:pt x="1580589" y="1250398"/>
                  <a:pt x="1418103" y="1176835"/>
                  <a:pt x="1228724" y="1176835"/>
                </a:cubicBezTo>
                <a:cubicBezTo>
                  <a:pt x="976219" y="1176835"/>
                  <a:pt x="771524" y="1307613"/>
                  <a:pt x="771524" y="1468935"/>
                </a:cubicBezTo>
                <a:lnTo>
                  <a:pt x="768350" y="1468935"/>
                </a:lnTo>
                <a:cubicBezTo>
                  <a:pt x="768350" y="1549596"/>
                  <a:pt x="629043" y="1614985"/>
                  <a:pt x="457200" y="1614985"/>
                </a:cubicBezTo>
                <a:cubicBezTo>
                  <a:pt x="285357" y="1614985"/>
                  <a:pt x="146050" y="1549596"/>
                  <a:pt x="146050" y="1468935"/>
                </a:cubicBezTo>
                <a:lnTo>
                  <a:pt x="0" y="1468935"/>
                </a:lnTo>
                <a:cubicBezTo>
                  <a:pt x="0" y="1630257"/>
                  <a:pt x="204695" y="1761035"/>
                  <a:pt x="457200" y="1761035"/>
                </a:cubicBezTo>
                <a:close/>
                <a:moveTo>
                  <a:pt x="3556000" y="1764984"/>
                </a:moveTo>
                <a:cubicBezTo>
                  <a:pt x="3808505" y="1764984"/>
                  <a:pt x="4013200" y="1634206"/>
                  <a:pt x="4013200" y="1472884"/>
                </a:cubicBezTo>
                <a:lnTo>
                  <a:pt x="4016374" y="1472884"/>
                </a:lnTo>
                <a:cubicBezTo>
                  <a:pt x="4016374" y="1392223"/>
                  <a:pt x="4155681" y="1326834"/>
                  <a:pt x="4327524" y="1326834"/>
                </a:cubicBezTo>
                <a:cubicBezTo>
                  <a:pt x="4499367" y="1326834"/>
                  <a:pt x="4638674" y="1392223"/>
                  <a:pt x="4638674" y="1472884"/>
                </a:cubicBezTo>
                <a:lnTo>
                  <a:pt x="4641908" y="1472884"/>
                </a:lnTo>
                <a:lnTo>
                  <a:pt x="4677780" y="1586403"/>
                </a:lnTo>
                <a:cubicBezTo>
                  <a:pt x="4747187" y="1691242"/>
                  <a:pt x="4909672" y="1764805"/>
                  <a:pt x="5099051" y="1764805"/>
                </a:cubicBezTo>
                <a:cubicBezTo>
                  <a:pt x="5351556" y="1764805"/>
                  <a:pt x="5556251" y="1634027"/>
                  <a:pt x="5556251" y="1472705"/>
                </a:cubicBezTo>
                <a:lnTo>
                  <a:pt x="5559425" y="1472705"/>
                </a:lnTo>
                <a:cubicBezTo>
                  <a:pt x="5559425" y="1392044"/>
                  <a:pt x="5698732" y="1326655"/>
                  <a:pt x="5870575" y="1326655"/>
                </a:cubicBezTo>
                <a:cubicBezTo>
                  <a:pt x="6042418" y="1326655"/>
                  <a:pt x="6181725" y="1392044"/>
                  <a:pt x="6181725" y="1472705"/>
                </a:cubicBezTo>
                <a:lnTo>
                  <a:pt x="6327775" y="1472705"/>
                </a:lnTo>
                <a:cubicBezTo>
                  <a:pt x="6327775" y="1311383"/>
                  <a:pt x="6123080" y="1180605"/>
                  <a:pt x="5870575" y="1180605"/>
                </a:cubicBezTo>
                <a:cubicBezTo>
                  <a:pt x="5618070" y="1180605"/>
                  <a:pt x="5413375" y="1311383"/>
                  <a:pt x="5413375" y="1472705"/>
                </a:cubicBezTo>
                <a:lnTo>
                  <a:pt x="5410201" y="1472705"/>
                </a:lnTo>
                <a:cubicBezTo>
                  <a:pt x="5410201" y="1553366"/>
                  <a:pt x="5270894" y="1618755"/>
                  <a:pt x="5099051" y="1618755"/>
                </a:cubicBezTo>
                <a:cubicBezTo>
                  <a:pt x="4927208" y="1618755"/>
                  <a:pt x="4787901" y="1553366"/>
                  <a:pt x="4787901" y="1472705"/>
                </a:cubicBezTo>
                <a:lnTo>
                  <a:pt x="4784668" y="1472705"/>
                </a:lnTo>
                <a:lnTo>
                  <a:pt x="4748795" y="1359186"/>
                </a:lnTo>
                <a:cubicBezTo>
                  <a:pt x="4679389" y="1254347"/>
                  <a:pt x="4516903" y="1180784"/>
                  <a:pt x="4327524" y="1180784"/>
                </a:cubicBezTo>
                <a:cubicBezTo>
                  <a:pt x="4075019" y="1180784"/>
                  <a:pt x="3870324" y="1311562"/>
                  <a:pt x="3870324" y="1472884"/>
                </a:cubicBezTo>
                <a:lnTo>
                  <a:pt x="3867150" y="1472884"/>
                </a:lnTo>
                <a:cubicBezTo>
                  <a:pt x="3867150" y="1553545"/>
                  <a:pt x="3727843" y="1618934"/>
                  <a:pt x="3556000" y="1618934"/>
                </a:cubicBezTo>
                <a:cubicBezTo>
                  <a:pt x="3384157" y="1618934"/>
                  <a:pt x="3244850" y="1553545"/>
                  <a:pt x="3244850" y="1472884"/>
                </a:cubicBezTo>
                <a:lnTo>
                  <a:pt x="3098800" y="1472884"/>
                </a:lnTo>
                <a:cubicBezTo>
                  <a:pt x="3098800" y="1634206"/>
                  <a:pt x="3303495" y="1764984"/>
                  <a:pt x="3556000" y="1764984"/>
                </a:cubicBezTo>
                <a:close/>
                <a:moveTo>
                  <a:pt x="457200" y="2349363"/>
                </a:moveTo>
                <a:cubicBezTo>
                  <a:pt x="709705" y="2349363"/>
                  <a:pt x="914400" y="2218585"/>
                  <a:pt x="914400" y="2057263"/>
                </a:cubicBezTo>
                <a:lnTo>
                  <a:pt x="917574" y="2057263"/>
                </a:lnTo>
                <a:cubicBezTo>
                  <a:pt x="917574" y="1976602"/>
                  <a:pt x="1056881" y="1911213"/>
                  <a:pt x="1228724" y="1911213"/>
                </a:cubicBezTo>
                <a:cubicBezTo>
                  <a:pt x="1400567" y="1911213"/>
                  <a:pt x="1539874" y="1976602"/>
                  <a:pt x="1539874" y="2057263"/>
                </a:cubicBezTo>
                <a:lnTo>
                  <a:pt x="1543108" y="2057263"/>
                </a:lnTo>
                <a:lnTo>
                  <a:pt x="1578980" y="2170782"/>
                </a:lnTo>
                <a:cubicBezTo>
                  <a:pt x="1648387" y="2275621"/>
                  <a:pt x="1810872" y="2349184"/>
                  <a:pt x="2000251" y="2349184"/>
                </a:cubicBezTo>
                <a:cubicBezTo>
                  <a:pt x="2252756" y="2349184"/>
                  <a:pt x="2457451" y="2218406"/>
                  <a:pt x="2457451" y="2057084"/>
                </a:cubicBezTo>
                <a:lnTo>
                  <a:pt x="2460625" y="2057084"/>
                </a:lnTo>
                <a:cubicBezTo>
                  <a:pt x="2460625" y="1976423"/>
                  <a:pt x="2599932" y="1911034"/>
                  <a:pt x="2771775" y="1911034"/>
                </a:cubicBezTo>
                <a:cubicBezTo>
                  <a:pt x="2943618" y="1911034"/>
                  <a:pt x="3082925" y="1976423"/>
                  <a:pt x="3082925" y="2057084"/>
                </a:cubicBezTo>
                <a:lnTo>
                  <a:pt x="3228975" y="2057084"/>
                </a:lnTo>
                <a:cubicBezTo>
                  <a:pt x="3228975" y="1895762"/>
                  <a:pt x="3024280" y="1764984"/>
                  <a:pt x="2771775" y="1764984"/>
                </a:cubicBezTo>
                <a:cubicBezTo>
                  <a:pt x="2519270" y="1764984"/>
                  <a:pt x="2314575" y="1895762"/>
                  <a:pt x="2314575" y="2057084"/>
                </a:cubicBezTo>
                <a:lnTo>
                  <a:pt x="2311401" y="2057084"/>
                </a:lnTo>
                <a:cubicBezTo>
                  <a:pt x="2311401" y="2137745"/>
                  <a:pt x="2172094" y="2203134"/>
                  <a:pt x="2000251" y="2203134"/>
                </a:cubicBezTo>
                <a:cubicBezTo>
                  <a:pt x="1828408" y="2203134"/>
                  <a:pt x="1689101" y="2137745"/>
                  <a:pt x="1689101" y="2057084"/>
                </a:cubicBezTo>
                <a:lnTo>
                  <a:pt x="1685868" y="2057084"/>
                </a:lnTo>
                <a:lnTo>
                  <a:pt x="1649995" y="1943565"/>
                </a:lnTo>
                <a:cubicBezTo>
                  <a:pt x="1580589" y="1838726"/>
                  <a:pt x="1418103" y="1765163"/>
                  <a:pt x="1228724" y="1765163"/>
                </a:cubicBezTo>
                <a:cubicBezTo>
                  <a:pt x="976219" y="1765163"/>
                  <a:pt x="771524" y="1895941"/>
                  <a:pt x="771524" y="2057263"/>
                </a:cubicBezTo>
                <a:lnTo>
                  <a:pt x="768350" y="2057263"/>
                </a:lnTo>
                <a:cubicBezTo>
                  <a:pt x="768350" y="2137924"/>
                  <a:pt x="629043" y="2203313"/>
                  <a:pt x="457200" y="2203313"/>
                </a:cubicBezTo>
                <a:cubicBezTo>
                  <a:pt x="285357" y="2203313"/>
                  <a:pt x="146050" y="2137924"/>
                  <a:pt x="146050" y="2057263"/>
                </a:cubicBezTo>
                <a:lnTo>
                  <a:pt x="0" y="2057263"/>
                </a:lnTo>
                <a:cubicBezTo>
                  <a:pt x="0" y="2218585"/>
                  <a:pt x="204695" y="2349363"/>
                  <a:pt x="457200" y="2349363"/>
                </a:cubicBezTo>
                <a:close/>
                <a:moveTo>
                  <a:pt x="3556000" y="2353312"/>
                </a:moveTo>
                <a:cubicBezTo>
                  <a:pt x="3808505" y="2353312"/>
                  <a:pt x="4013200" y="2222534"/>
                  <a:pt x="4013200" y="2061212"/>
                </a:cubicBezTo>
                <a:lnTo>
                  <a:pt x="4016374" y="2061212"/>
                </a:lnTo>
                <a:cubicBezTo>
                  <a:pt x="4016374" y="1980551"/>
                  <a:pt x="4155681" y="1915162"/>
                  <a:pt x="4327524" y="1915162"/>
                </a:cubicBezTo>
                <a:cubicBezTo>
                  <a:pt x="4499367" y="1915162"/>
                  <a:pt x="4638674" y="1980551"/>
                  <a:pt x="4638674" y="2061212"/>
                </a:cubicBezTo>
                <a:lnTo>
                  <a:pt x="4641908" y="2061212"/>
                </a:lnTo>
                <a:lnTo>
                  <a:pt x="4677780" y="2174731"/>
                </a:lnTo>
                <a:cubicBezTo>
                  <a:pt x="4747187" y="2279570"/>
                  <a:pt x="4909672" y="2353133"/>
                  <a:pt x="5099051" y="2353133"/>
                </a:cubicBezTo>
                <a:cubicBezTo>
                  <a:pt x="5351556" y="2353133"/>
                  <a:pt x="5556251" y="2222355"/>
                  <a:pt x="5556251" y="2061033"/>
                </a:cubicBezTo>
                <a:lnTo>
                  <a:pt x="5559425" y="2061033"/>
                </a:lnTo>
                <a:cubicBezTo>
                  <a:pt x="5559425" y="1980372"/>
                  <a:pt x="5698732" y="1914983"/>
                  <a:pt x="5870575" y="1914983"/>
                </a:cubicBezTo>
                <a:cubicBezTo>
                  <a:pt x="6042418" y="1914983"/>
                  <a:pt x="6181725" y="1980372"/>
                  <a:pt x="6181725" y="2061033"/>
                </a:cubicBezTo>
                <a:lnTo>
                  <a:pt x="6327775" y="2061033"/>
                </a:lnTo>
                <a:cubicBezTo>
                  <a:pt x="6327775" y="1899711"/>
                  <a:pt x="6123080" y="1768933"/>
                  <a:pt x="5870575" y="1768933"/>
                </a:cubicBezTo>
                <a:cubicBezTo>
                  <a:pt x="5618070" y="1768933"/>
                  <a:pt x="5413375" y="1899711"/>
                  <a:pt x="5413375" y="2061033"/>
                </a:cubicBezTo>
                <a:lnTo>
                  <a:pt x="5410201" y="2061033"/>
                </a:lnTo>
                <a:cubicBezTo>
                  <a:pt x="5410201" y="2141694"/>
                  <a:pt x="5270894" y="2207083"/>
                  <a:pt x="5099051" y="2207083"/>
                </a:cubicBezTo>
                <a:cubicBezTo>
                  <a:pt x="4927208" y="2207083"/>
                  <a:pt x="4787901" y="2141694"/>
                  <a:pt x="4787901" y="2061033"/>
                </a:cubicBezTo>
                <a:lnTo>
                  <a:pt x="4784668" y="2061033"/>
                </a:lnTo>
                <a:lnTo>
                  <a:pt x="4748795" y="1947514"/>
                </a:lnTo>
                <a:cubicBezTo>
                  <a:pt x="4679389" y="1842675"/>
                  <a:pt x="4516903" y="1769112"/>
                  <a:pt x="4327524" y="1769112"/>
                </a:cubicBezTo>
                <a:cubicBezTo>
                  <a:pt x="4075019" y="1769112"/>
                  <a:pt x="3870324" y="1899890"/>
                  <a:pt x="3870324" y="2061212"/>
                </a:cubicBezTo>
                <a:lnTo>
                  <a:pt x="3867150" y="2061212"/>
                </a:lnTo>
                <a:cubicBezTo>
                  <a:pt x="3867150" y="2141873"/>
                  <a:pt x="3727843" y="2207262"/>
                  <a:pt x="3556000" y="2207262"/>
                </a:cubicBezTo>
                <a:cubicBezTo>
                  <a:pt x="3384157" y="2207262"/>
                  <a:pt x="3244850" y="2141873"/>
                  <a:pt x="3244850" y="2061212"/>
                </a:cubicBezTo>
                <a:lnTo>
                  <a:pt x="3098800" y="2061212"/>
                </a:lnTo>
                <a:cubicBezTo>
                  <a:pt x="3098800" y="2222534"/>
                  <a:pt x="3303495" y="2353312"/>
                  <a:pt x="3556000" y="2353312"/>
                </a:cubicBezTo>
                <a:close/>
                <a:moveTo>
                  <a:pt x="457200" y="2942657"/>
                </a:moveTo>
                <a:cubicBezTo>
                  <a:pt x="709705" y="2942657"/>
                  <a:pt x="914400" y="2811879"/>
                  <a:pt x="914400" y="2650557"/>
                </a:cubicBezTo>
                <a:lnTo>
                  <a:pt x="917574" y="2650557"/>
                </a:lnTo>
                <a:cubicBezTo>
                  <a:pt x="917574" y="2569896"/>
                  <a:pt x="1056881" y="2504507"/>
                  <a:pt x="1228724" y="2504507"/>
                </a:cubicBezTo>
                <a:cubicBezTo>
                  <a:pt x="1400567" y="2504507"/>
                  <a:pt x="1539874" y="2569896"/>
                  <a:pt x="1539874" y="2650557"/>
                </a:cubicBezTo>
                <a:lnTo>
                  <a:pt x="1543108" y="2650557"/>
                </a:lnTo>
                <a:lnTo>
                  <a:pt x="1578980" y="2764076"/>
                </a:lnTo>
                <a:cubicBezTo>
                  <a:pt x="1648387" y="2868915"/>
                  <a:pt x="1810872" y="2942478"/>
                  <a:pt x="2000251" y="2942478"/>
                </a:cubicBezTo>
                <a:cubicBezTo>
                  <a:pt x="2252756" y="2942478"/>
                  <a:pt x="2457451" y="2811700"/>
                  <a:pt x="2457451" y="2650378"/>
                </a:cubicBezTo>
                <a:lnTo>
                  <a:pt x="2460625" y="2650378"/>
                </a:lnTo>
                <a:cubicBezTo>
                  <a:pt x="2460625" y="2569717"/>
                  <a:pt x="2599932" y="2504328"/>
                  <a:pt x="2771775" y="2504328"/>
                </a:cubicBezTo>
                <a:cubicBezTo>
                  <a:pt x="2943618" y="2504328"/>
                  <a:pt x="3082925" y="2569717"/>
                  <a:pt x="3082925" y="2650378"/>
                </a:cubicBezTo>
                <a:lnTo>
                  <a:pt x="3228975" y="2650378"/>
                </a:lnTo>
                <a:cubicBezTo>
                  <a:pt x="3228975" y="2489056"/>
                  <a:pt x="3024280" y="2358278"/>
                  <a:pt x="2771775" y="2358278"/>
                </a:cubicBezTo>
                <a:cubicBezTo>
                  <a:pt x="2519270" y="2358278"/>
                  <a:pt x="2314575" y="2489056"/>
                  <a:pt x="2314575" y="2650378"/>
                </a:cubicBezTo>
                <a:lnTo>
                  <a:pt x="2311401" y="2650378"/>
                </a:lnTo>
                <a:cubicBezTo>
                  <a:pt x="2311401" y="2731039"/>
                  <a:pt x="2172094" y="2796428"/>
                  <a:pt x="2000251" y="2796428"/>
                </a:cubicBezTo>
                <a:cubicBezTo>
                  <a:pt x="1828408" y="2796428"/>
                  <a:pt x="1689101" y="2731039"/>
                  <a:pt x="1689101" y="2650378"/>
                </a:cubicBezTo>
                <a:lnTo>
                  <a:pt x="1685868" y="2650378"/>
                </a:lnTo>
                <a:lnTo>
                  <a:pt x="1649995" y="2536859"/>
                </a:lnTo>
                <a:cubicBezTo>
                  <a:pt x="1580589" y="2432020"/>
                  <a:pt x="1418103" y="2358457"/>
                  <a:pt x="1228724" y="2358457"/>
                </a:cubicBezTo>
                <a:cubicBezTo>
                  <a:pt x="976219" y="2358457"/>
                  <a:pt x="771524" y="2489235"/>
                  <a:pt x="771524" y="2650557"/>
                </a:cubicBezTo>
                <a:lnTo>
                  <a:pt x="768350" y="2650557"/>
                </a:lnTo>
                <a:cubicBezTo>
                  <a:pt x="768350" y="2731218"/>
                  <a:pt x="629043" y="2796607"/>
                  <a:pt x="457200" y="2796607"/>
                </a:cubicBezTo>
                <a:cubicBezTo>
                  <a:pt x="285357" y="2796607"/>
                  <a:pt x="146050" y="2731218"/>
                  <a:pt x="146050" y="2650557"/>
                </a:cubicBezTo>
                <a:lnTo>
                  <a:pt x="0" y="2650557"/>
                </a:lnTo>
                <a:cubicBezTo>
                  <a:pt x="0" y="2811879"/>
                  <a:pt x="204695" y="2942657"/>
                  <a:pt x="457200" y="2942657"/>
                </a:cubicBezTo>
                <a:close/>
                <a:moveTo>
                  <a:pt x="3556000" y="2946606"/>
                </a:moveTo>
                <a:cubicBezTo>
                  <a:pt x="3808505" y="2946606"/>
                  <a:pt x="4013200" y="2815828"/>
                  <a:pt x="4013200" y="2654506"/>
                </a:cubicBezTo>
                <a:lnTo>
                  <a:pt x="4016374" y="2654506"/>
                </a:lnTo>
                <a:cubicBezTo>
                  <a:pt x="4016374" y="2573845"/>
                  <a:pt x="4155681" y="2508456"/>
                  <a:pt x="4327524" y="2508456"/>
                </a:cubicBezTo>
                <a:cubicBezTo>
                  <a:pt x="4499367" y="2508456"/>
                  <a:pt x="4638674" y="2573845"/>
                  <a:pt x="4638674" y="2654506"/>
                </a:cubicBezTo>
                <a:lnTo>
                  <a:pt x="4641908" y="2654506"/>
                </a:lnTo>
                <a:lnTo>
                  <a:pt x="4677780" y="2768025"/>
                </a:lnTo>
                <a:cubicBezTo>
                  <a:pt x="4747187" y="2872864"/>
                  <a:pt x="4909672" y="2946427"/>
                  <a:pt x="5099051" y="2946427"/>
                </a:cubicBezTo>
                <a:cubicBezTo>
                  <a:pt x="5351556" y="2946427"/>
                  <a:pt x="5556251" y="2815649"/>
                  <a:pt x="5556251" y="2654327"/>
                </a:cubicBezTo>
                <a:lnTo>
                  <a:pt x="5559425" y="2654327"/>
                </a:lnTo>
                <a:cubicBezTo>
                  <a:pt x="5559425" y="2573666"/>
                  <a:pt x="5698732" y="2508277"/>
                  <a:pt x="5870575" y="2508277"/>
                </a:cubicBezTo>
                <a:cubicBezTo>
                  <a:pt x="6042418" y="2508277"/>
                  <a:pt x="6181725" y="2573666"/>
                  <a:pt x="6181725" y="2654327"/>
                </a:cubicBezTo>
                <a:lnTo>
                  <a:pt x="6327775" y="2654327"/>
                </a:lnTo>
                <a:cubicBezTo>
                  <a:pt x="6327775" y="2493005"/>
                  <a:pt x="6123080" y="2362227"/>
                  <a:pt x="5870575" y="2362227"/>
                </a:cubicBezTo>
                <a:cubicBezTo>
                  <a:pt x="5618070" y="2362227"/>
                  <a:pt x="5413375" y="2493005"/>
                  <a:pt x="5413375" y="2654327"/>
                </a:cubicBezTo>
                <a:lnTo>
                  <a:pt x="5410201" y="2654327"/>
                </a:lnTo>
                <a:cubicBezTo>
                  <a:pt x="5410201" y="2734988"/>
                  <a:pt x="5270894" y="2800377"/>
                  <a:pt x="5099051" y="2800377"/>
                </a:cubicBezTo>
                <a:cubicBezTo>
                  <a:pt x="4927208" y="2800377"/>
                  <a:pt x="4787901" y="2734988"/>
                  <a:pt x="4787901" y="2654327"/>
                </a:cubicBezTo>
                <a:lnTo>
                  <a:pt x="4784668" y="2654327"/>
                </a:lnTo>
                <a:lnTo>
                  <a:pt x="4748795" y="2540808"/>
                </a:lnTo>
                <a:cubicBezTo>
                  <a:pt x="4679389" y="2435969"/>
                  <a:pt x="4516903" y="2362406"/>
                  <a:pt x="4327524" y="2362406"/>
                </a:cubicBezTo>
                <a:cubicBezTo>
                  <a:pt x="4075019" y="2362406"/>
                  <a:pt x="3870324" y="2493184"/>
                  <a:pt x="3870324" y="2654506"/>
                </a:cubicBezTo>
                <a:lnTo>
                  <a:pt x="3867150" y="2654506"/>
                </a:lnTo>
                <a:cubicBezTo>
                  <a:pt x="3867150" y="2735167"/>
                  <a:pt x="3727843" y="2800556"/>
                  <a:pt x="3556000" y="2800556"/>
                </a:cubicBezTo>
                <a:cubicBezTo>
                  <a:pt x="3384157" y="2800556"/>
                  <a:pt x="3244850" y="2735167"/>
                  <a:pt x="3244850" y="2654506"/>
                </a:cubicBezTo>
                <a:lnTo>
                  <a:pt x="3098800" y="2654506"/>
                </a:lnTo>
                <a:cubicBezTo>
                  <a:pt x="3098800" y="2815828"/>
                  <a:pt x="3303495" y="2946606"/>
                  <a:pt x="3556000" y="2946606"/>
                </a:cubicBezTo>
                <a:close/>
                <a:moveTo>
                  <a:pt x="457200" y="3530985"/>
                </a:moveTo>
                <a:cubicBezTo>
                  <a:pt x="709705" y="3530985"/>
                  <a:pt x="914400" y="3400207"/>
                  <a:pt x="914400" y="3238885"/>
                </a:cubicBezTo>
                <a:lnTo>
                  <a:pt x="917574" y="3238885"/>
                </a:lnTo>
                <a:cubicBezTo>
                  <a:pt x="917574" y="3158224"/>
                  <a:pt x="1056881" y="3092835"/>
                  <a:pt x="1228724" y="3092835"/>
                </a:cubicBezTo>
                <a:cubicBezTo>
                  <a:pt x="1400567" y="3092835"/>
                  <a:pt x="1539874" y="3158224"/>
                  <a:pt x="1539874" y="3238885"/>
                </a:cubicBezTo>
                <a:lnTo>
                  <a:pt x="1543108" y="3238885"/>
                </a:lnTo>
                <a:lnTo>
                  <a:pt x="1578980" y="3352404"/>
                </a:lnTo>
                <a:cubicBezTo>
                  <a:pt x="1648387" y="3457243"/>
                  <a:pt x="1810872" y="3530806"/>
                  <a:pt x="2000251" y="3530806"/>
                </a:cubicBezTo>
                <a:cubicBezTo>
                  <a:pt x="2252756" y="3530806"/>
                  <a:pt x="2457451" y="3400028"/>
                  <a:pt x="2457451" y="3238706"/>
                </a:cubicBezTo>
                <a:lnTo>
                  <a:pt x="2460625" y="3238706"/>
                </a:lnTo>
                <a:cubicBezTo>
                  <a:pt x="2460625" y="3158045"/>
                  <a:pt x="2599932" y="3092656"/>
                  <a:pt x="2771775" y="3092656"/>
                </a:cubicBezTo>
                <a:cubicBezTo>
                  <a:pt x="2943618" y="3092656"/>
                  <a:pt x="3082925" y="3158045"/>
                  <a:pt x="3082925" y="3238706"/>
                </a:cubicBezTo>
                <a:lnTo>
                  <a:pt x="3228975" y="3238706"/>
                </a:lnTo>
                <a:cubicBezTo>
                  <a:pt x="3228975" y="3077384"/>
                  <a:pt x="3024280" y="2946606"/>
                  <a:pt x="2771775" y="2946606"/>
                </a:cubicBezTo>
                <a:cubicBezTo>
                  <a:pt x="2519270" y="2946606"/>
                  <a:pt x="2314575" y="3077384"/>
                  <a:pt x="2314575" y="3238706"/>
                </a:cubicBezTo>
                <a:lnTo>
                  <a:pt x="2311401" y="3238706"/>
                </a:lnTo>
                <a:cubicBezTo>
                  <a:pt x="2311401" y="3319367"/>
                  <a:pt x="2172094" y="3384756"/>
                  <a:pt x="2000251" y="3384756"/>
                </a:cubicBezTo>
                <a:cubicBezTo>
                  <a:pt x="1828408" y="3384756"/>
                  <a:pt x="1689101" y="3319367"/>
                  <a:pt x="1689101" y="3238706"/>
                </a:cubicBezTo>
                <a:lnTo>
                  <a:pt x="1685868" y="3238706"/>
                </a:lnTo>
                <a:lnTo>
                  <a:pt x="1649995" y="3125187"/>
                </a:lnTo>
                <a:cubicBezTo>
                  <a:pt x="1580589" y="3020348"/>
                  <a:pt x="1418103" y="2946785"/>
                  <a:pt x="1228724" y="2946785"/>
                </a:cubicBezTo>
                <a:cubicBezTo>
                  <a:pt x="976219" y="2946785"/>
                  <a:pt x="771524" y="3077563"/>
                  <a:pt x="771524" y="3238885"/>
                </a:cubicBezTo>
                <a:lnTo>
                  <a:pt x="768350" y="3238885"/>
                </a:lnTo>
                <a:cubicBezTo>
                  <a:pt x="768350" y="3319546"/>
                  <a:pt x="629043" y="3384935"/>
                  <a:pt x="457200" y="3384935"/>
                </a:cubicBezTo>
                <a:cubicBezTo>
                  <a:pt x="285357" y="3384935"/>
                  <a:pt x="146050" y="3319546"/>
                  <a:pt x="146050" y="3238885"/>
                </a:cubicBezTo>
                <a:lnTo>
                  <a:pt x="0" y="3238885"/>
                </a:lnTo>
                <a:cubicBezTo>
                  <a:pt x="0" y="3400207"/>
                  <a:pt x="204695" y="3530985"/>
                  <a:pt x="457200" y="3530985"/>
                </a:cubicBezTo>
                <a:close/>
                <a:moveTo>
                  <a:pt x="3556000" y="3534934"/>
                </a:moveTo>
                <a:cubicBezTo>
                  <a:pt x="3808505" y="3534934"/>
                  <a:pt x="4013200" y="3404156"/>
                  <a:pt x="4013200" y="3242834"/>
                </a:cubicBezTo>
                <a:lnTo>
                  <a:pt x="4016374" y="3242834"/>
                </a:lnTo>
                <a:cubicBezTo>
                  <a:pt x="4016374" y="3162173"/>
                  <a:pt x="4155681" y="3096784"/>
                  <a:pt x="4327524" y="3096784"/>
                </a:cubicBezTo>
                <a:cubicBezTo>
                  <a:pt x="4499367" y="3096784"/>
                  <a:pt x="4638674" y="3162173"/>
                  <a:pt x="4638674" y="3242834"/>
                </a:cubicBezTo>
                <a:lnTo>
                  <a:pt x="4641908" y="3242834"/>
                </a:lnTo>
                <a:lnTo>
                  <a:pt x="4677780" y="3356353"/>
                </a:lnTo>
                <a:cubicBezTo>
                  <a:pt x="4747187" y="3461192"/>
                  <a:pt x="4909672" y="3534755"/>
                  <a:pt x="5099051" y="3534755"/>
                </a:cubicBezTo>
                <a:cubicBezTo>
                  <a:pt x="5351556" y="3534755"/>
                  <a:pt x="5556251" y="3403977"/>
                  <a:pt x="5556251" y="3242655"/>
                </a:cubicBezTo>
                <a:lnTo>
                  <a:pt x="5559425" y="3242655"/>
                </a:lnTo>
                <a:cubicBezTo>
                  <a:pt x="5559425" y="3161994"/>
                  <a:pt x="5698732" y="3096605"/>
                  <a:pt x="5870575" y="3096605"/>
                </a:cubicBezTo>
                <a:cubicBezTo>
                  <a:pt x="6042418" y="3096605"/>
                  <a:pt x="6181725" y="3161994"/>
                  <a:pt x="6181725" y="3242655"/>
                </a:cubicBezTo>
                <a:lnTo>
                  <a:pt x="6327775" y="3242655"/>
                </a:lnTo>
                <a:cubicBezTo>
                  <a:pt x="6327775" y="3081333"/>
                  <a:pt x="6123080" y="2950555"/>
                  <a:pt x="5870575" y="2950555"/>
                </a:cubicBezTo>
                <a:cubicBezTo>
                  <a:pt x="5618070" y="2950555"/>
                  <a:pt x="5413375" y="3081333"/>
                  <a:pt x="5413375" y="3242655"/>
                </a:cubicBezTo>
                <a:lnTo>
                  <a:pt x="5410201" y="3242655"/>
                </a:lnTo>
                <a:cubicBezTo>
                  <a:pt x="5410201" y="3323316"/>
                  <a:pt x="5270894" y="3388705"/>
                  <a:pt x="5099051" y="3388705"/>
                </a:cubicBezTo>
                <a:cubicBezTo>
                  <a:pt x="4927208" y="3388705"/>
                  <a:pt x="4787901" y="3323316"/>
                  <a:pt x="4787901" y="3242655"/>
                </a:cubicBezTo>
                <a:lnTo>
                  <a:pt x="4784668" y="3242655"/>
                </a:lnTo>
                <a:lnTo>
                  <a:pt x="4748795" y="3129136"/>
                </a:lnTo>
                <a:cubicBezTo>
                  <a:pt x="4679389" y="3024297"/>
                  <a:pt x="4516903" y="2950734"/>
                  <a:pt x="4327524" y="2950734"/>
                </a:cubicBezTo>
                <a:cubicBezTo>
                  <a:pt x="4075019" y="2950734"/>
                  <a:pt x="3870324" y="3081512"/>
                  <a:pt x="3870324" y="3242834"/>
                </a:cubicBezTo>
                <a:lnTo>
                  <a:pt x="3867150" y="3242834"/>
                </a:lnTo>
                <a:cubicBezTo>
                  <a:pt x="3867150" y="3323495"/>
                  <a:pt x="3727843" y="3388884"/>
                  <a:pt x="3556000" y="3388884"/>
                </a:cubicBezTo>
                <a:cubicBezTo>
                  <a:pt x="3384157" y="3388884"/>
                  <a:pt x="3244850" y="3323495"/>
                  <a:pt x="3244850" y="3242834"/>
                </a:cubicBezTo>
                <a:lnTo>
                  <a:pt x="3098800" y="3242834"/>
                </a:lnTo>
                <a:cubicBezTo>
                  <a:pt x="3098800" y="3404156"/>
                  <a:pt x="3303495" y="3534934"/>
                  <a:pt x="3556000" y="3534934"/>
                </a:cubicBezTo>
                <a:close/>
                <a:moveTo>
                  <a:pt x="457200" y="4119313"/>
                </a:moveTo>
                <a:cubicBezTo>
                  <a:pt x="709705" y="4119313"/>
                  <a:pt x="914400" y="3988535"/>
                  <a:pt x="914400" y="3827213"/>
                </a:cubicBezTo>
                <a:lnTo>
                  <a:pt x="917574" y="3827213"/>
                </a:lnTo>
                <a:cubicBezTo>
                  <a:pt x="917574" y="3746552"/>
                  <a:pt x="1056881" y="3681163"/>
                  <a:pt x="1228724" y="3681163"/>
                </a:cubicBezTo>
                <a:cubicBezTo>
                  <a:pt x="1400567" y="3681163"/>
                  <a:pt x="1539874" y="3746552"/>
                  <a:pt x="1539874" y="3827213"/>
                </a:cubicBezTo>
                <a:lnTo>
                  <a:pt x="1543108" y="3827213"/>
                </a:lnTo>
                <a:lnTo>
                  <a:pt x="1578980" y="3940732"/>
                </a:lnTo>
                <a:cubicBezTo>
                  <a:pt x="1648387" y="4045571"/>
                  <a:pt x="1810872" y="4119134"/>
                  <a:pt x="2000251" y="4119134"/>
                </a:cubicBezTo>
                <a:cubicBezTo>
                  <a:pt x="2252756" y="4119134"/>
                  <a:pt x="2457451" y="3988356"/>
                  <a:pt x="2457451" y="3827034"/>
                </a:cubicBezTo>
                <a:lnTo>
                  <a:pt x="2460625" y="3827034"/>
                </a:lnTo>
                <a:cubicBezTo>
                  <a:pt x="2460625" y="3746373"/>
                  <a:pt x="2599932" y="3680984"/>
                  <a:pt x="2771775" y="3680984"/>
                </a:cubicBezTo>
                <a:cubicBezTo>
                  <a:pt x="2943618" y="3680984"/>
                  <a:pt x="3082925" y="3746373"/>
                  <a:pt x="3082925" y="3827034"/>
                </a:cubicBezTo>
                <a:lnTo>
                  <a:pt x="3228975" y="3827034"/>
                </a:lnTo>
                <a:cubicBezTo>
                  <a:pt x="3228975" y="3665712"/>
                  <a:pt x="3024280" y="3534934"/>
                  <a:pt x="2771775" y="3534934"/>
                </a:cubicBezTo>
                <a:cubicBezTo>
                  <a:pt x="2519270" y="3534934"/>
                  <a:pt x="2314575" y="3665712"/>
                  <a:pt x="2314575" y="3827034"/>
                </a:cubicBezTo>
                <a:lnTo>
                  <a:pt x="2311401" y="3827034"/>
                </a:lnTo>
                <a:cubicBezTo>
                  <a:pt x="2311401" y="3907695"/>
                  <a:pt x="2172094" y="3973084"/>
                  <a:pt x="2000251" y="3973084"/>
                </a:cubicBezTo>
                <a:cubicBezTo>
                  <a:pt x="1828408" y="3973084"/>
                  <a:pt x="1689101" y="3907695"/>
                  <a:pt x="1689101" y="3827034"/>
                </a:cubicBezTo>
                <a:lnTo>
                  <a:pt x="1685868" y="3827034"/>
                </a:lnTo>
                <a:lnTo>
                  <a:pt x="1649995" y="3713515"/>
                </a:lnTo>
                <a:cubicBezTo>
                  <a:pt x="1580589" y="3608676"/>
                  <a:pt x="1418103" y="3535113"/>
                  <a:pt x="1228724" y="3535113"/>
                </a:cubicBezTo>
                <a:cubicBezTo>
                  <a:pt x="976219" y="3535113"/>
                  <a:pt x="771524" y="3665891"/>
                  <a:pt x="771524" y="3827213"/>
                </a:cubicBezTo>
                <a:lnTo>
                  <a:pt x="768350" y="3827213"/>
                </a:lnTo>
                <a:cubicBezTo>
                  <a:pt x="768350" y="3907874"/>
                  <a:pt x="629043" y="3973263"/>
                  <a:pt x="457200" y="3973263"/>
                </a:cubicBezTo>
                <a:cubicBezTo>
                  <a:pt x="285357" y="3973263"/>
                  <a:pt x="146050" y="3907874"/>
                  <a:pt x="146050" y="3827213"/>
                </a:cubicBezTo>
                <a:lnTo>
                  <a:pt x="0" y="3827213"/>
                </a:lnTo>
                <a:cubicBezTo>
                  <a:pt x="0" y="3988535"/>
                  <a:pt x="204695" y="4119313"/>
                  <a:pt x="457200" y="4119313"/>
                </a:cubicBezTo>
                <a:close/>
                <a:moveTo>
                  <a:pt x="3556000" y="4123262"/>
                </a:moveTo>
                <a:cubicBezTo>
                  <a:pt x="3808505" y="4123262"/>
                  <a:pt x="4013200" y="3992484"/>
                  <a:pt x="4013200" y="3831162"/>
                </a:cubicBezTo>
                <a:lnTo>
                  <a:pt x="4016374" y="3831162"/>
                </a:lnTo>
                <a:cubicBezTo>
                  <a:pt x="4016374" y="3750501"/>
                  <a:pt x="4155681" y="3685112"/>
                  <a:pt x="4327524" y="3685112"/>
                </a:cubicBezTo>
                <a:cubicBezTo>
                  <a:pt x="4499367" y="3685112"/>
                  <a:pt x="4638674" y="3750501"/>
                  <a:pt x="4638674" y="3831162"/>
                </a:cubicBezTo>
                <a:lnTo>
                  <a:pt x="4641908" y="3831162"/>
                </a:lnTo>
                <a:lnTo>
                  <a:pt x="4677780" y="3944681"/>
                </a:lnTo>
                <a:cubicBezTo>
                  <a:pt x="4747187" y="4049520"/>
                  <a:pt x="4909672" y="4123083"/>
                  <a:pt x="5099051" y="4123083"/>
                </a:cubicBezTo>
                <a:cubicBezTo>
                  <a:pt x="5351556" y="4123083"/>
                  <a:pt x="5556251" y="3992305"/>
                  <a:pt x="5556251" y="3830983"/>
                </a:cubicBezTo>
                <a:lnTo>
                  <a:pt x="5559425" y="3830983"/>
                </a:lnTo>
                <a:cubicBezTo>
                  <a:pt x="5559425" y="3750322"/>
                  <a:pt x="5698732" y="3684933"/>
                  <a:pt x="5870575" y="3684933"/>
                </a:cubicBezTo>
                <a:cubicBezTo>
                  <a:pt x="6042418" y="3684933"/>
                  <a:pt x="6181725" y="3750322"/>
                  <a:pt x="6181725" y="3830983"/>
                </a:cubicBezTo>
                <a:lnTo>
                  <a:pt x="6327775" y="3830983"/>
                </a:lnTo>
                <a:cubicBezTo>
                  <a:pt x="6327775" y="3669661"/>
                  <a:pt x="6123080" y="3538883"/>
                  <a:pt x="5870575" y="3538883"/>
                </a:cubicBezTo>
                <a:cubicBezTo>
                  <a:pt x="5618070" y="3538883"/>
                  <a:pt x="5413375" y="3669661"/>
                  <a:pt x="5413375" y="3830983"/>
                </a:cubicBezTo>
                <a:lnTo>
                  <a:pt x="5410201" y="3830983"/>
                </a:lnTo>
                <a:cubicBezTo>
                  <a:pt x="5410201" y="3911644"/>
                  <a:pt x="5270894" y="3977033"/>
                  <a:pt x="5099051" y="3977033"/>
                </a:cubicBezTo>
                <a:cubicBezTo>
                  <a:pt x="4927208" y="3977033"/>
                  <a:pt x="4787901" y="3911644"/>
                  <a:pt x="4787901" y="3830983"/>
                </a:cubicBezTo>
                <a:lnTo>
                  <a:pt x="4784668" y="3830983"/>
                </a:lnTo>
                <a:lnTo>
                  <a:pt x="4748795" y="3717464"/>
                </a:lnTo>
                <a:cubicBezTo>
                  <a:pt x="4679389" y="3612625"/>
                  <a:pt x="4516903" y="3539062"/>
                  <a:pt x="4327524" y="3539062"/>
                </a:cubicBezTo>
                <a:cubicBezTo>
                  <a:pt x="4075019" y="3539062"/>
                  <a:pt x="3870324" y="3669840"/>
                  <a:pt x="3870324" y="3831162"/>
                </a:cubicBezTo>
                <a:lnTo>
                  <a:pt x="3867150" y="3831162"/>
                </a:lnTo>
                <a:cubicBezTo>
                  <a:pt x="3867150" y="3911823"/>
                  <a:pt x="3727843" y="3977212"/>
                  <a:pt x="3556000" y="3977212"/>
                </a:cubicBezTo>
                <a:cubicBezTo>
                  <a:pt x="3384157" y="3977212"/>
                  <a:pt x="3244850" y="3911823"/>
                  <a:pt x="3244850" y="3831162"/>
                </a:cubicBezTo>
                <a:lnTo>
                  <a:pt x="3098800" y="3831162"/>
                </a:lnTo>
                <a:cubicBezTo>
                  <a:pt x="3098800" y="3992484"/>
                  <a:pt x="3303495" y="4123262"/>
                  <a:pt x="3556000" y="4123262"/>
                </a:cubicBezTo>
                <a:close/>
                <a:moveTo>
                  <a:pt x="457200" y="4707641"/>
                </a:moveTo>
                <a:cubicBezTo>
                  <a:pt x="709705" y="4707641"/>
                  <a:pt x="914400" y="4576863"/>
                  <a:pt x="914400" y="4415541"/>
                </a:cubicBezTo>
                <a:lnTo>
                  <a:pt x="917574" y="4415541"/>
                </a:lnTo>
                <a:cubicBezTo>
                  <a:pt x="917574" y="4334880"/>
                  <a:pt x="1056881" y="4269491"/>
                  <a:pt x="1228724" y="4269491"/>
                </a:cubicBezTo>
                <a:cubicBezTo>
                  <a:pt x="1400567" y="4269491"/>
                  <a:pt x="1539874" y="4334880"/>
                  <a:pt x="1539874" y="4415541"/>
                </a:cubicBezTo>
                <a:lnTo>
                  <a:pt x="1543108" y="4415541"/>
                </a:lnTo>
                <a:lnTo>
                  <a:pt x="1578980" y="4529060"/>
                </a:lnTo>
                <a:cubicBezTo>
                  <a:pt x="1648387" y="4633899"/>
                  <a:pt x="1810872" y="4707462"/>
                  <a:pt x="2000251" y="4707462"/>
                </a:cubicBezTo>
                <a:cubicBezTo>
                  <a:pt x="2252756" y="4707462"/>
                  <a:pt x="2457451" y="4576684"/>
                  <a:pt x="2457451" y="4415362"/>
                </a:cubicBezTo>
                <a:lnTo>
                  <a:pt x="2460625" y="4415362"/>
                </a:lnTo>
                <a:cubicBezTo>
                  <a:pt x="2460625" y="4334701"/>
                  <a:pt x="2599932" y="4269312"/>
                  <a:pt x="2771775" y="4269312"/>
                </a:cubicBezTo>
                <a:cubicBezTo>
                  <a:pt x="2943618" y="4269312"/>
                  <a:pt x="3082925" y="4334701"/>
                  <a:pt x="3082925" y="4415362"/>
                </a:cubicBezTo>
                <a:lnTo>
                  <a:pt x="3228975" y="4415362"/>
                </a:lnTo>
                <a:cubicBezTo>
                  <a:pt x="3228975" y="4254040"/>
                  <a:pt x="3024280" y="4123262"/>
                  <a:pt x="2771775" y="4123262"/>
                </a:cubicBezTo>
                <a:cubicBezTo>
                  <a:pt x="2519270" y="4123262"/>
                  <a:pt x="2314575" y="4254040"/>
                  <a:pt x="2314575" y="4415362"/>
                </a:cubicBezTo>
                <a:lnTo>
                  <a:pt x="2311401" y="4415362"/>
                </a:lnTo>
                <a:cubicBezTo>
                  <a:pt x="2311401" y="4496023"/>
                  <a:pt x="2172094" y="4561412"/>
                  <a:pt x="2000251" y="4561412"/>
                </a:cubicBezTo>
                <a:cubicBezTo>
                  <a:pt x="1828408" y="4561412"/>
                  <a:pt x="1689101" y="4496023"/>
                  <a:pt x="1689101" y="4415362"/>
                </a:cubicBezTo>
                <a:lnTo>
                  <a:pt x="1685868" y="4415362"/>
                </a:lnTo>
                <a:lnTo>
                  <a:pt x="1649995" y="4301843"/>
                </a:lnTo>
                <a:cubicBezTo>
                  <a:pt x="1580589" y="4197004"/>
                  <a:pt x="1418103" y="4123441"/>
                  <a:pt x="1228724" y="4123441"/>
                </a:cubicBezTo>
                <a:cubicBezTo>
                  <a:pt x="976219" y="4123441"/>
                  <a:pt x="771524" y="4254219"/>
                  <a:pt x="771524" y="4415541"/>
                </a:cubicBezTo>
                <a:lnTo>
                  <a:pt x="768350" y="4415541"/>
                </a:lnTo>
                <a:cubicBezTo>
                  <a:pt x="768350" y="4496202"/>
                  <a:pt x="629043" y="4561591"/>
                  <a:pt x="457200" y="4561591"/>
                </a:cubicBezTo>
                <a:cubicBezTo>
                  <a:pt x="285357" y="4561591"/>
                  <a:pt x="146050" y="4496202"/>
                  <a:pt x="146050" y="4415541"/>
                </a:cubicBezTo>
                <a:lnTo>
                  <a:pt x="0" y="4415541"/>
                </a:lnTo>
                <a:cubicBezTo>
                  <a:pt x="0" y="4576863"/>
                  <a:pt x="204695" y="4707641"/>
                  <a:pt x="457200" y="4707641"/>
                </a:cubicBezTo>
                <a:close/>
                <a:moveTo>
                  <a:pt x="3556000" y="4711590"/>
                </a:moveTo>
                <a:cubicBezTo>
                  <a:pt x="3808505" y="4711590"/>
                  <a:pt x="4013200" y="4580812"/>
                  <a:pt x="4013200" y="4419490"/>
                </a:cubicBezTo>
                <a:lnTo>
                  <a:pt x="4016374" y="4419490"/>
                </a:lnTo>
                <a:cubicBezTo>
                  <a:pt x="4016374" y="4338829"/>
                  <a:pt x="4155681" y="4273440"/>
                  <a:pt x="4327524" y="4273440"/>
                </a:cubicBezTo>
                <a:cubicBezTo>
                  <a:pt x="4499367" y="4273440"/>
                  <a:pt x="4638674" y="4338829"/>
                  <a:pt x="4638674" y="4419490"/>
                </a:cubicBezTo>
                <a:lnTo>
                  <a:pt x="4641908" y="4419490"/>
                </a:lnTo>
                <a:lnTo>
                  <a:pt x="4677780" y="4533009"/>
                </a:lnTo>
                <a:cubicBezTo>
                  <a:pt x="4747187" y="4637848"/>
                  <a:pt x="4909672" y="4711411"/>
                  <a:pt x="5099051" y="4711411"/>
                </a:cubicBezTo>
                <a:cubicBezTo>
                  <a:pt x="5351556" y="4711411"/>
                  <a:pt x="5556251" y="4580633"/>
                  <a:pt x="5556251" y="4419311"/>
                </a:cubicBezTo>
                <a:lnTo>
                  <a:pt x="5559425" y="4419311"/>
                </a:lnTo>
                <a:cubicBezTo>
                  <a:pt x="5559425" y="4338650"/>
                  <a:pt x="5698732" y="4273261"/>
                  <a:pt x="5870575" y="4273261"/>
                </a:cubicBezTo>
                <a:cubicBezTo>
                  <a:pt x="6042418" y="4273261"/>
                  <a:pt x="6181725" y="4338650"/>
                  <a:pt x="6181725" y="4419311"/>
                </a:cubicBezTo>
                <a:lnTo>
                  <a:pt x="6327775" y="4419311"/>
                </a:lnTo>
                <a:cubicBezTo>
                  <a:pt x="6327775" y="4257989"/>
                  <a:pt x="6123080" y="4127211"/>
                  <a:pt x="5870575" y="4127211"/>
                </a:cubicBezTo>
                <a:cubicBezTo>
                  <a:pt x="5618070" y="4127211"/>
                  <a:pt x="5413375" y="4257989"/>
                  <a:pt x="5413375" y="4419311"/>
                </a:cubicBezTo>
                <a:lnTo>
                  <a:pt x="5410201" y="4419311"/>
                </a:lnTo>
                <a:cubicBezTo>
                  <a:pt x="5410201" y="4499972"/>
                  <a:pt x="5270894" y="4565361"/>
                  <a:pt x="5099051" y="4565361"/>
                </a:cubicBezTo>
                <a:cubicBezTo>
                  <a:pt x="4927208" y="4565361"/>
                  <a:pt x="4787901" y="4499972"/>
                  <a:pt x="4787901" y="4419311"/>
                </a:cubicBezTo>
                <a:lnTo>
                  <a:pt x="4784668" y="4419311"/>
                </a:lnTo>
                <a:lnTo>
                  <a:pt x="4748795" y="4305792"/>
                </a:lnTo>
                <a:cubicBezTo>
                  <a:pt x="4679389" y="4200953"/>
                  <a:pt x="4516903" y="4127390"/>
                  <a:pt x="4327524" y="4127390"/>
                </a:cubicBezTo>
                <a:cubicBezTo>
                  <a:pt x="4075019" y="4127390"/>
                  <a:pt x="3870324" y="4258168"/>
                  <a:pt x="3870324" y="4419490"/>
                </a:cubicBezTo>
                <a:lnTo>
                  <a:pt x="3867150" y="4419490"/>
                </a:lnTo>
                <a:cubicBezTo>
                  <a:pt x="3867150" y="4500151"/>
                  <a:pt x="3727843" y="4565540"/>
                  <a:pt x="3556000" y="4565540"/>
                </a:cubicBezTo>
                <a:cubicBezTo>
                  <a:pt x="3384157" y="4565540"/>
                  <a:pt x="3244850" y="4500151"/>
                  <a:pt x="3244850" y="4419490"/>
                </a:cubicBezTo>
                <a:lnTo>
                  <a:pt x="3098800" y="4419490"/>
                </a:lnTo>
                <a:cubicBezTo>
                  <a:pt x="3098800" y="4580812"/>
                  <a:pt x="3303495" y="4711590"/>
                  <a:pt x="3556000" y="471159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542177" y="-144689"/>
            <a:ext cx="159747" cy="5063218"/>
          </a:xfrm>
          <a:prstGeom prst="rect">
            <a:avLst/>
          </a:prstGeom>
          <a:solidFill>
            <a:srgbClr val="FFC482"/>
          </a:solidFill>
          <a:ln w="28575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416925" y="-144689"/>
            <a:ext cx="159747" cy="5063218"/>
          </a:xfrm>
          <a:prstGeom prst="rect">
            <a:avLst/>
          </a:prstGeom>
          <a:solidFill>
            <a:srgbClr val="FFC482"/>
          </a:solidFill>
          <a:ln w="28575"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417139" y="1144267"/>
            <a:ext cx="95250" cy="95250"/>
          </a:xfrm>
          <a:prstGeom prst="rect">
            <a:avLst/>
          </a:prstGeom>
          <a:solidFill>
            <a:srgbClr val="FFC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42178" y="-144689"/>
            <a:ext cx="6034494" cy="123825"/>
          </a:xfrm>
          <a:prstGeom prst="rect">
            <a:avLst/>
          </a:prstGeom>
          <a:solidFill>
            <a:srgbClr val="FFC482"/>
          </a:solidFill>
          <a:ln>
            <a:solidFill>
              <a:srgbClr val="FF5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29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05941" y="1799786"/>
            <a:ext cx="4644556" cy="4644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 Same Side Corner Rectangle 39"/>
          <p:cNvSpPr/>
          <p:nvPr/>
        </p:nvSpPr>
        <p:spPr>
          <a:xfrm flipV="1">
            <a:off x="4005942" y="4644569"/>
            <a:ext cx="4644572" cy="1799773"/>
          </a:xfrm>
          <a:prstGeom prst="round2SameRect">
            <a:avLst/>
          </a:prstGeom>
          <a:pattFill prst="dkVert">
            <a:fgClr>
              <a:srgbClr val="FF5500"/>
            </a:fgClr>
            <a:bgClr>
              <a:srgbClr val="FA8825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flipV="1">
            <a:off x="4005942" y="4644570"/>
            <a:ext cx="4644572" cy="1669144"/>
          </a:xfrm>
          <a:custGeom>
            <a:avLst/>
            <a:gdLst>
              <a:gd name="connsiteX0" fmla="*/ 0 w 4644572"/>
              <a:gd name="connsiteY0" fmla="*/ 1669144 h 1669144"/>
              <a:gd name="connsiteX1" fmla="*/ 4644572 w 4644572"/>
              <a:gd name="connsiteY1" fmla="*/ 1669144 h 1669144"/>
              <a:gd name="connsiteX2" fmla="*/ 4644572 w 4644572"/>
              <a:gd name="connsiteY2" fmla="*/ 278196 h 1669144"/>
              <a:gd name="connsiteX3" fmla="*/ 4366376 w 4644572"/>
              <a:gd name="connsiteY3" fmla="*/ 0 h 1669144"/>
              <a:gd name="connsiteX4" fmla="*/ 1988459 w 4644572"/>
              <a:gd name="connsiteY4" fmla="*/ 0 h 1669144"/>
              <a:gd name="connsiteX5" fmla="*/ 1988459 w 4644572"/>
              <a:gd name="connsiteY5" fmla="*/ 1168405 h 1669144"/>
              <a:gd name="connsiteX6" fmla="*/ 0 w 4644572"/>
              <a:gd name="connsiteY6" fmla="*/ 1168405 h 1669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44572" h="1669144">
                <a:moveTo>
                  <a:pt x="0" y="1669144"/>
                </a:moveTo>
                <a:lnTo>
                  <a:pt x="4644572" y="1669144"/>
                </a:lnTo>
                <a:lnTo>
                  <a:pt x="4644572" y="278196"/>
                </a:lnTo>
                <a:cubicBezTo>
                  <a:pt x="4644572" y="124553"/>
                  <a:pt x="4520019" y="0"/>
                  <a:pt x="4366376" y="0"/>
                </a:cubicBezTo>
                <a:lnTo>
                  <a:pt x="1988459" y="0"/>
                </a:lnTo>
                <a:lnTo>
                  <a:pt x="1988459" y="1168405"/>
                </a:lnTo>
                <a:lnTo>
                  <a:pt x="0" y="1168405"/>
                </a:lnTo>
                <a:close/>
              </a:path>
            </a:pathLst>
          </a:custGeom>
          <a:pattFill prst="diagBrick">
            <a:fgClr>
              <a:srgbClr val="FA8825"/>
            </a:fgClr>
            <a:bgClr>
              <a:srgbClr val="FF55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 flipV="1">
            <a:off x="4151082" y="4535698"/>
            <a:ext cx="4499432" cy="1669144"/>
          </a:xfrm>
          <a:custGeom>
            <a:avLst/>
            <a:gdLst>
              <a:gd name="connsiteX0" fmla="*/ 0 w 4644572"/>
              <a:gd name="connsiteY0" fmla="*/ 1669144 h 1669144"/>
              <a:gd name="connsiteX1" fmla="*/ 4644572 w 4644572"/>
              <a:gd name="connsiteY1" fmla="*/ 1669144 h 1669144"/>
              <a:gd name="connsiteX2" fmla="*/ 4644572 w 4644572"/>
              <a:gd name="connsiteY2" fmla="*/ 278196 h 1669144"/>
              <a:gd name="connsiteX3" fmla="*/ 4366376 w 4644572"/>
              <a:gd name="connsiteY3" fmla="*/ 0 h 1669144"/>
              <a:gd name="connsiteX4" fmla="*/ 1988459 w 4644572"/>
              <a:gd name="connsiteY4" fmla="*/ 0 h 1669144"/>
              <a:gd name="connsiteX5" fmla="*/ 1988459 w 4644572"/>
              <a:gd name="connsiteY5" fmla="*/ 1168405 h 1669144"/>
              <a:gd name="connsiteX6" fmla="*/ 0 w 4644572"/>
              <a:gd name="connsiteY6" fmla="*/ 1168405 h 1669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44572" h="1669144">
                <a:moveTo>
                  <a:pt x="0" y="1669144"/>
                </a:moveTo>
                <a:lnTo>
                  <a:pt x="4644572" y="1669144"/>
                </a:lnTo>
                <a:lnTo>
                  <a:pt x="4644572" y="278196"/>
                </a:lnTo>
                <a:cubicBezTo>
                  <a:pt x="4644572" y="124553"/>
                  <a:pt x="4520019" y="0"/>
                  <a:pt x="4366376" y="0"/>
                </a:cubicBezTo>
                <a:lnTo>
                  <a:pt x="1988459" y="0"/>
                </a:lnTo>
                <a:lnTo>
                  <a:pt x="1988459" y="1168405"/>
                </a:lnTo>
                <a:lnTo>
                  <a:pt x="0" y="1168405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ame Side Corner Rectangle 1"/>
          <p:cNvSpPr/>
          <p:nvPr/>
        </p:nvSpPr>
        <p:spPr>
          <a:xfrm>
            <a:off x="5167086" y="1407886"/>
            <a:ext cx="1161143" cy="1161143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 Single Corner Rectangle 21"/>
          <p:cNvSpPr/>
          <p:nvPr/>
        </p:nvSpPr>
        <p:spPr>
          <a:xfrm flipH="1">
            <a:off x="4005943" y="2569029"/>
            <a:ext cx="1161143" cy="116114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167086" y="2569028"/>
            <a:ext cx="1161143" cy="1161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328229" y="2569027"/>
            <a:ext cx="1161143" cy="1161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 Single Corner Rectangle 25"/>
          <p:cNvSpPr/>
          <p:nvPr/>
        </p:nvSpPr>
        <p:spPr>
          <a:xfrm>
            <a:off x="7489372" y="2569026"/>
            <a:ext cx="1161143" cy="116114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5167086" y="3730169"/>
            <a:ext cx="1161143" cy="1161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6328229" y="3730168"/>
            <a:ext cx="1161143" cy="1161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5733144" y="1407885"/>
            <a:ext cx="1756228" cy="1161143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 Single Corner Rectangle 35"/>
          <p:cNvSpPr/>
          <p:nvPr/>
        </p:nvSpPr>
        <p:spPr>
          <a:xfrm flipV="1">
            <a:off x="7489372" y="3730163"/>
            <a:ext cx="1161143" cy="1161143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 Single Corner Rectangle 36"/>
          <p:cNvSpPr/>
          <p:nvPr/>
        </p:nvSpPr>
        <p:spPr>
          <a:xfrm flipV="1">
            <a:off x="7489371" y="4891298"/>
            <a:ext cx="1161143" cy="116114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 Single Corner Rectangle 37"/>
          <p:cNvSpPr/>
          <p:nvPr/>
        </p:nvSpPr>
        <p:spPr>
          <a:xfrm flipH="1" flipV="1">
            <a:off x="6328228" y="4891297"/>
            <a:ext cx="1161143" cy="116114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flipV="1">
            <a:off x="4005941" y="4698295"/>
            <a:ext cx="145141" cy="34042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 Single Corner Rectangle 28"/>
          <p:cNvSpPr/>
          <p:nvPr/>
        </p:nvSpPr>
        <p:spPr>
          <a:xfrm flipH="1" flipV="1">
            <a:off x="4005943" y="3730170"/>
            <a:ext cx="1161143" cy="116114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87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09999" y="1407884"/>
            <a:ext cx="5036458" cy="5036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 Same Side Corner Rectangle 39"/>
          <p:cNvSpPr/>
          <p:nvPr/>
        </p:nvSpPr>
        <p:spPr>
          <a:xfrm flipV="1">
            <a:off x="4005942" y="4644569"/>
            <a:ext cx="4644572" cy="1799773"/>
          </a:xfrm>
          <a:prstGeom prst="round2SameRect">
            <a:avLst/>
          </a:prstGeom>
          <a:pattFill prst="dkVert">
            <a:fgClr>
              <a:srgbClr val="FF5500"/>
            </a:fgClr>
            <a:bgClr>
              <a:srgbClr val="FA8825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flipV="1">
            <a:off x="4005942" y="4644570"/>
            <a:ext cx="4644572" cy="1669144"/>
          </a:xfrm>
          <a:custGeom>
            <a:avLst/>
            <a:gdLst>
              <a:gd name="connsiteX0" fmla="*/ 0 w 4644572"/>
              <a:gd name="connsiteY0" fmla="*/ 1669144 h 1669144"/>
              <a:gd name="connsiteX1" fmla="*/ 4644572 w 4644572"/>
              <a:gd name="connsiteY1" fmla="*/ 1669144 h 1669144"/>
              <a:gd name="connsiteX2" fmla="*/ 4644572 w 4644572"/>
              <a:gd name="connsiteY2" fmla="*/ 278196 h 1669144"/>
              <a:gd name="connsiteX3" fmla="*/ 4366376 w 4644572"/>
              <a:gd name="connsiteY3" fmla="*/ 0 h 1669144"/>
              <a:gd name="connsiteX4" fmla="*/ 1988459 w 4644572"/>
              <a:gd name="connsiteY4" fmla="*/ 0 h 1669144"/>
              <a:gd name="connsiteX5" fmla="*/ 1988459 w 4644572"/>
              <a:gd name="connsiteY5" fmla="*/ 1168405 h 1669144"/>
              <a:gd name="connsiteX6" fmla="*/ 0 w 4644572"/>
              <a:gd name="connsiteY6" fmla="*/ 1168405 h 1669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44572" h="1669144">
                <a:moveTo>
                  <a:pt x="0" y="1669144"/>
                </a:moveTo>
                <a:lnTo>
                  <a:pt x="4644572" y="1669144"/>
                </a:lnTo>
                <a:lnTo>
                  <a:pt x="4644572" y="278196"/>
                </a:lnTo>
                <a:cubicBezTo>
                  <a:pt x="4644572" y="124553"/>
                  <a:pt x="4520019" y="0"/>
                  <a:pt x="4366376" y="0"/>
                </a:cubicBezTo>
                <a:lnTo>
                  <a:pt x="1988459" y="0"/>
                </a:lnTo>
                <a:lnTo>
                  <a:pt x="1988459" y="1168405"/>
                </a:lnTo>
                <a:lnTo>
                  <a:pt x="0" y="1168405"/>
                </a:lnTo>
                <a:close/>
              </a:path>
            </a:pathLst>
          </a:custGeom>
          <a:pattFill prst="diagBrick">
            <a:fgClr>
              <a:srgbClr val="FA8825"/>
            </a:fgClr>
            <a:bgClr>
              <a:srgbClr val="FF55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 flipV="1">
            <a:off x="4151082" y="4535698"/>
            <a:ext cx="4499432" cy="1669144"/>
          </a:xfrm>
          <a:custGeom>
            <a:avLst/>
            <a:gdLst>
              <a:gd name="connsiteX0" fmla="*/ 0 w 4644572"/>
              <a:gd name="connsiteY0" fmla="*/ 1669144 h 1669144"/>
              <a:gd name="connsiteX1" fmla="*/ 4644572 w 4644572"/>
              <a:gd name="connsiteY1" fmla="*/ 1669144 h 1669144"/>
              <a:gd name="connsiteX2" fmla="*/ 4644572 w 4644572"/>
              <a:gd name="connsiteY2" fmla="*/ 278196 h 1669144"/>
              <a:gd name="connsiteX3" fmla="*/ 4366376 w 4644572"/>
              <a:gd name="connsiteY3" fmla="*/ 0 h 1669144"/>
              <a:gd name="connsiteX4" fmla="*/ 1988459 w 4644572"/>
              <a:gd name="connsiteY4" fmla="*/ 0 h 1669144"/>
              <a:gd name="connsiteX5" fmla="*/ 1988459 w 4644572"/>
              <a:gd name="connsiteY5" fmla="*/ 1168405 h 1669144"/>
              <a:gd name="connsiteX6" fmla="*/ 0 w 4644572"/>
              <a:gd name="connsiteY6" fmla="*/ 1168405 h 1669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44572" h="1669144">
                <a:moveTo>
                  <a:pt x="0" y="1669144"/>
                </a:moveTo>
                <a:lnTo>
                  <a:pt x="4644572" y="1669144"/>
                </a:lnTo>
                <a:lnTo>
                  <a:pt x="4644572" y="278196"/>
                </a:lnTo>
                <a:cubicBezTo>
                  <a:pt x="4644572" y="124553"/>
                  <a:pt x="4520019" y="0"/>
                  <a:pt x="4366376" y="0"/>
                </a:cubicBezTo>
                <a:lnTo>
                  <a:pt x="1988459" y="0"/>
                </a:lnTo>
                <a:lnTo>
                  <a:pt x="1988459" y="1168405"/>
                </a:lnTo>
                <a:lnTo>
                  <a:pt x="0" y="1168405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flipV="1">
            <a:off x="4005941" y="4698295"/>
            <a:ext cx="145141" cy="34042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 flipH="1" flipV="1">
            <a:off x="4005942" y="1407884"/>
            <a:ext cx="4644572" cy="4644556"/>
          </a:xfrm>
          <a:custGeom>
            <a:avLst/>
            <a:gdLst>
              <a:gd name="connsiteX0" fmla="*/ 2723843 w 4644572"/>
              <a:gd name="connsiteY0" fmla="*/ 4644556 h 4644556"/>
              <a:gd name="connsiteX1" fmla="*/ 1354671 w 4644572"/>
              <a:gd name="connsiteY1" fmla="*/ 4644556 h 4644556"/>
              <a:gd name="connsiteX2" fmla="*/ 1161143 w 4644572"/>
              <a:gd name="connsiteY2" fmla="*/ 4451028 h 4644556"/>
              <a:gd name="connsiteX3" fmla="*/ 1161143 w 4644572"/>
              <a:gd name="connsiteY3" fmla="*/ 3483415 h 4644556"/>
              <a:gd name="connsiteX4" fmla="*/ 193528 w 4644572"/>
              <a:gd name="connsiteY4" fmla="*/ 3483415 h 4644556"/>
              <a:gd name="connsiteX5" fmla="*/ 0 w 4644572"/>
              <a:gd name="connsiteY5" fmla="*/ 3289887 h 4644556"/>
              <a:gd name="connsiteX6" fmla="*/ 0 w 4644572"/>
              <a:gd name="connsiteY6" fmla="*/ 2322278 h 4644556"/>
              <a:gd name="connsiteX7" fmla="*/ 0 w 4644572"/>
              <a:gd name="connsiteY7" fmla="*/ 2322272 h 4644556"/>
              <a:gd name="connsiteX8" fmla="*/ 0 w 4644572"/>
              <a:gd name="connsiteY8" fmla="*/ 1161135 h 4644556"/>
              <a:gd name="connsiteX9" fmla="*/ 1 w 4644572"/>
              <a:gd name="connsiteY9" fmla="*/ 1161135 h 4644556"/>
              <a:gd name="connsiteX10" fmla="*/ 1 w 4644572"/>
              <a:gd name="connsiteY10" fmla="*/ 193528 h 4644556"/>
              <a:gd name="connsiteX11" fmla="*/ 193529 w 4644572"/>
              <a:gd name="connsiteY11" fmla="*/ 0 h 4644556"/>
              <a:gd name="connsiteX12" fmla="*/ 1161144 w 4644572"/>
              <a:gd name="connsiteY12" fmla="*/ 0 h 4644556"/>
              <a:gd name="connsiteX13" fmla="*/ 1161144 w 4644572"/>
              <a:gd name="connsiteY13" fmla="*/ 1 h 4644556"/>
              <a:gd name="connsiteX14" fmla="*/ 2128759 w 4644572"/>
              <a:gd name="connsiteY14" fmla="*/ 1 h 4644556"/>
              <a:gd name="connsiteX15" fmla="*/ 2322287 w 4644572"/>
              <a:gd name="connsiteY15" fmla="*/ 193529 h 4644556"/>
              <a:gd name="connsiteX16" fmla="*/ 2322287 w 4644572"/>
              <a:gd name="connsiteY16" fmla="*/ 1161129 h 4644556"/>
              <a:gd name="connsiteX17" fmla="*/ 3483429 w 4644572"/>
              <a:gd name="connsiteY17" fmla="*/ 1161129 h 4644556"/>
              <a:gd name="connsiteX18" fmla="*/ 3483429 w 4644572"/>
              <a:gd name="connsiteY18" fmla="*/ 1161128 h 4644556"/>
              <a:gd name="connsiteX19" fmla="*/ 4451044 w 4644572"/>
              <a:gd name="connsiteY19" fmla="*/ 1161128 h 4644556"/>
              <a:gd name="connsiteX20" fmla="*/ 4644572 w 4644572"/>
              <a:gd name="connsiteY20" fmla="*/ 1354656 h 4644556"/>
              <a:gd name="connsiteX21" fmla="*/ 4644572 w 4644572"/>
              <a:gd name="connsiteY21" fmla="*/ 2322269 h 4644556"/>
              <a:gd name="connsiteX22" fmla="*/ 4644572 w 4644572"/>
              <a:gd name="connsiteY22" fmla="*/ 2322271 h 4644556"/>
              <a:gd name="connsiteX23" fmla="*/ 4644572 w 4644572"/>
              <a:gd name="connsiteY23" fmla="*/ 3289884 h 4644556"/>
              <a:gd name="connsiteX24" fmla="*/ 4451044 w 4644572"/>
              <a:gd name="connsiteY24" fmla="*/ 3483412 h 4644556"/>
              <a:gd name="connsiteX25" fmla="*/ 3483429 w 4644572"/>
              <a:gd name="connsiteY25" fmla="*/ 3483412 h 4644556"/>
              <a:gd name="connsiteX26" fmla="*/ 3483429 w 4644572"/>
              <a:gd name="connsiteY26" fmla="*/ 3483413 h 4644556"/>
              <a:gd name="connsiteX27" fmla="*/ 3483429 w 4644572"/>
              <a:gd name="connsiteY27" fmla="*/ 4451027 h 4644556"/>
              <a:gd name="connsiteX28" fmla="*/ 3289901 w 4644572"/>
              <a:gd name="connsiteY28" fmla="*/ 4644555 h 4644556"/>
              <a:gd name="connsiteX29" fmla="*/ 2723852 w 4644572"/>
              <a:gd name="connsiteY29" fmla="*/ 4644555 h 464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644572" h="4644556">
                <a:moveTo>
                  <a:pt x="2723843" y="4644556"/>
                </a:moveTo>
                <a:lnTo>
                  <a:pt x="1354671" y="4644556"/>
                </a:lnTo>
                <a:cubicBezTo>
                  <a:pt x="1247788" y="4644556"/>
                  <a:pt x="1161143" y="4557911"/>
                  <a:pt x="1161143" y="4451028"/>
                </a:cubicBezTo>
                <a:lnTo>
                  <a:pt x="1161143" y="3483415"/>
                </a:lnTo>
                <a:lnTo>
                  <a:pt x="193528" y="3483415"/>
                </a:lnTo>
                <a:cubicBezTo>
                  <a:pt x="86645" y="3483415"/>
                  <a:pt x="0" y="3396770"/>
                  <a:pt x="0" y="3289887"/>
                </a:cubicBezTo>
                <a:lnTo>
                  <a:pt x="0" y="2322278"/>
                </a:lnTo>
                <a:lnTo>
                  <a:pt x="0" y="2322272"/>
                </a:lnTo>
                <a:lnTo>
                  <a:pt x="0" y="1161135"/>
                </a:lnTo>
                <a:lnTo>
                  <a:pt x="1" y="1161135"/>
                </a:lnTo>
                <a:lnTo>
                  <a:pt x="1" y="193528"/>
                </a:lnTo>
                <a:cubicBezTo>
                  <a:pt x="1" y="86645"/>
                  <a:pt x="86646" y="0"/>
                  <a:pt x="193529" y="0"/>
                </a:cubicBezTo>
                <a:lnTo>
                  <a:pt x="1161144" y="0"/>
                </a:lnTo>
                <a:lnTo>
                  <a:pt x="1161144" y="1"/>
                </a:lnTo>
                <a:lnTo>
                  <a:pt x="2128759" y="1"/>
                </a:lnTo>
                <a:cubicBezTo>
                  <a:pt x="2235642" y="1"/>
                  <a:pt x="2322287" y="86646"/>
                  <a:pt x="2322287" y="193529"/>
                </a:cubicBezTo>
                <a:lnTo>
                  <a:pt x="2322287" y="1161129"/>
                </a:lnTo>
                <a:lnTo>
                  <a:pt x="3483429" y="1161129"/>
                </a:lnTo>
                <a:lnTo>
                  <a:pt x="3483429" y="1161128"/>
                </a:lnTo>
                <a:lnTo>
                  <a:pt x="4451044" y="1161128"/>
                </a:lnTo>
                <a:cubicBezTo>
                  <a:pt x="4557927" y="1161128"/>
                  <a:pt x="4644572" y="1247773"/>
                  <a:pt x="4644572" y="1354656"/>
                </a:cubicBezTo>
                <a:lnTo>
                  <a:pt x="4644572" y="2322269"/>
                </a:lnTo>
                <a:lnTo>
                  <a:pt x="4644572" y="2322271"/>
                </a:lnTo>
                <a:lnTo>
                  <a:pt x="4644572" y="3289884"/>
                </a:lnTo>
                <a:cubicBezTo>
                  <a:pt x="4644572" y="3396767"/>
                  <a:pt x="4557927" y="3483412"/>
                  <a:pt x="4451044" y="3483412"/>
                </a:cubicBezTo>
                <a:lnTo>
                  <a:pt x="3483429" y="3483412"/>
                </a:lnTo>
                <a:lnTo>
                  <a:pt x="3483429" y="3483413"/>
                </a:lnTo>
                <a:lnTo>
                  <a:pt x="3483429" y="4451027"/>
                </a:lnTo>
                <a:cubicBezTo>
                  <a:pt x="3483429" y="4557910"/>
                  <a:pt x="3396784" y="4644555"/>
                  <a:pt x="3289901" y="4644555"/>
                </a:cubicBezTo>
                <a:lnTo>
                  <a:pt x="2723852" y="4644555"/>
                </a:lnTo>
                <a:close/>
              </a:path>
            </a:pathLst>
          </a:custGeom>
          <a:pattFill prst="diagBrick">
            <a:fgClr>
              <a:srgbClr val="FA8825"/>
            </a:fgClr>
            <a:bgClr>
              <a:srgbClr val="FFA6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48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/>
        </p:nvSpPr>
        <p:spPr>
          <a:xfrm flipH="1" flipV="1">
            <a:off x="3391578" y="-1020989"/>
            <a:ext cx="5687561" cy="5687562"/>
          </a:xfrm>
          <a:custGeom>
            <a:avLst/>
            <a:gdLst>
              <a:gd name="connsiteX0" fmla="*/ 2723843 w 5687561"/>
              <a:gd name="connsiteY0" fmla="*/ 5687562 h 5687562"/>
              <a:gd name="connsiteX1" fmla="*/ 1354671 w 5687561"/>
              <a:gd name="connsiteY1" fmla="*/ 5687562 h 5687562"/>
              <a:gd name="connsiteX2" fmla="*/ 1161143 w 5687561"/>
              <a:gd name="connsiteY2" fmla="*/ 5450574 h 5687562"/>
              <a:gd name="connsiteX3" fmla="*/ 1161143 w 5687561"/>
              <a:gd name="connsiteY3" fmla="*/ 4265669 h 5687562"/>
              <a:gd name="connsiteX4" fmla="*/ 193528 w 5687561"/>
              <a:gd name="connsiteY4" fmla="*/ 4265669 h 5687562"/>
              <a:gd name="connsiteX5" fmla="*/ 0 w 5687561"/>
              <a:gd name="connsiteY5" fmla="*/ 4028681 h 5687562"/>
              <a:gd name="connsiteX6" fmla="*/ 0 w 5687561"/>
              <a:gd name="connsiteY6" fmla="*/ 2843781 h 5687562"/>
              <a:gd name="connsiteX7" fmla="*/ 0 w 5687561"/>
              <a:gd name="connsiteY7" fmla="*/ 2843774 h 5687562"/>
              <a:gd name="connsiteX8" fmla="*/ 0 w 5687561"/>
              <a:gd name="connsiteY8" fmla="*/ 1421886 h 5687562"/>
              <a:gd name="connsiteX9" fmla="*/ 1 w 5687561"/>
              <a:gd name="connsiteY9" fmla="*/ 1421886 h 5687562"/>
              <a:gd name="connsiteX10" fmla="*/ 1 w 5687561"/>
              <a:gd name="connsiteY10" fmla="*/ 236988 h 5687562"/>
              <a:gd name="connsiteX11" fmla="*/ 193529 w 5687561"/>
              <a:gd name="connsiteY11" fmla="*/ 0 h 5687562"/>
              <a:gd name="connsiteX12" fmla="*/ 1161144 w 5687561"/>
              <a:gd name="connsiteY12" fmla="*/ 0 h 5687562"/>
              <a:gd name="connsiteX13" fmla="*/ 1161144 w 5687561"/>
              <a:gd name="connsiteY13" fmla="*/ 1 h 5687562"/>
              <a:gd name="connsiteX14" fmla="*/ 2013509 w 5687561"/>
              <a:gd name="connsiteY14" fmla="*/ 1 h 5687562"/>
              <a:gd name="connsiteX15" fmla="*/ 2128759 w 5687561"/>
              <a:gd name="connsiteY15" fmla="*/ 1 h 5687562"/>
              <a:gd name="connsiteX16" fmla="*/ 5280830 w 5687561"/>
              <a:gd name="connsiteY16" fmla="*/ 1 h 5687562"/>
              <a:gd name="connsiteX17" fmla="*/ 5687561 w 5687561"/>
              <a:gd name="connsiteY17" fmla="*/ 498070 h 5687562"/>
              <a:gd name="connsiteX18" fmla="*/ 5687561 w 5687561"/>
              <a:gd name="connsiteY18" fmla="*/ 2490285 h 5687562"/>
              <a:gd name="connsiteX19" fmla="*/ 5280830 w 5687561"/>
              <a:gd name="connsiteY19" fmla="*/ 2988353 h 5687562"/>
              <a:gd name="connsiteX20" fmla="*/ 4644572 w 5687561"/>
              <a:gd name="connsiteY20" fmla="*/ 2988353 h 5687562"/>
              <a:gd name="connsiteX21" fmla="*/ 4644572 w 5687561"/>
              <a:gd name="connsiteY21" fmla="*/ 4028678 h 5687562"/>
              <a:gd name="connsiteX22" fmla="*/ 4451044 w 5687561"/>
              <a:gd name="connsiteY22" fmla="*/ 4265665 h 5687562"/>
              <a:gd name="connsiteX23" fmla="*/ 3483429 w 5687561"/>
              <a:gd name="connsiteY23" fmla="*/ 4265665 h 5687562"/>
              <a:gd name="connsiteX24" fmla="*/ 3483429 w 5687561"/>
              <a:gd name="connsiteY24" fmla="*/ 4265666 h 5687562"/>
              <a:gd name="connsiteX25" fmla="*/ 3483429 w 5687561"/>
              <a:gd name="connsiteY25" fmla="*/ 5450573 h 5687562"/>
              <a:gd name="connsiteX26" fmla="*/ 3289901 w 5687561"/>
              <a:gd name="connsiteY26" fmla="*/ 5687561 h 5687562"/>
              <a:gd name="connsiteX27" fmla="*/ 2723852 w 5687561"/>
              <a:gd name="connsiteY27" fmla="*/ 5687561 h 568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87561" h="5687562">
                <a:moveTo>
                  <a:pt x="2723843" y="5687562"/>
                </a:moveTo>
                <a:lnTo>
                  <a:pt x="1354671" y="5687562"/>
                </a:lnTo>
                <a:cubicBezTo>
                  <a:pt x="1247788" y="5687562"/>
                  <a:pt x="1161143" y="5581459"/>
                  <a:pt x="1161143" y="5450574"/>
                </a:cubicBezTo>
                <a:lnTo>
                  <a:pt x="1161143" y="4265669"/>
                </a:lnTo>
                <a:lnTo>
                  <a:pt x="193528" y="4265669"/>
                </a:lnTo>
                <a:cubicBezTo>
                  <a:pt x="86645" y="4265669"/>
                  <a:pt x="0" y="4159566"/>
                  <a:pt x="0" y="4028681"/>
                </a:cubicBezTo>
                <a:lnTo>
                  <a:pt x="0" y="2843781"/>
                </a:lnTo>
                <a:lnTo>
                  <a:pt x="0" y="2843774"/>
                </a:lnTo>
                <a:lnTo>
                  <a:pt x="0" y="1421886"/>
                </a:lnTo>
                <a:lnTo>
                  <a:pt x="1" y="1421886"/>
                </a:lnTo>
                <a:lnTo>
                  <a:pt x="1" y="236988"/>
                </a:lnTo>
                <a:cubicBezTo>
                  <a:pt x="1" y="106103"/>
                  <a:pt x="86646" y="0"/>
                  <a:pt x="193529" y="0"/>
                </a:cubicBezTo>
                <a:lnTo>
                  <a:pt x="1161144" y="0"/>
                </a:lnTo>
                <a:lnTo>
                  <a:pt x="1161144" y="1"/>
                </a:lnTo>
                <a:lnTo>
                  <a:pt x="2013509" y="1"/>
                </a:lnTo>
                <a:lnTo>
                  <a:pt x="2128759" y="1"/>
                </a:lnTo>
                <a:lnTo>
                  <a:pt x="5280830" y="1"/>
                </a:lnTo>
                <a:cubicBezTo>
                  <a:pt x="5505461" y="1"/>
                  <a:pt x="5687561" y="222995"/>
                  <a:pt x="5687561" y="498070"/>
                </a:cubicBezTo>
                <a:lnTo>
                  <a:pt x="5687561" y="2490285"/>
                </a:lnTo>
                <a:cubicBezTo>
                  <a:pt x="5687561" y="2765360"/>
                  <a:pt x="5505461" y="2988353"/>
                  <a:pt x="5280830" y="2988353"/>
                </a:cubicBezTo>
                <a:lnTo>
                  <a:pt x="4644572" y="2988353"/>
                </a:lnTo>
                <a:lnTo>
                  <a:pt x="4644572" y="4028678"/>
                </a:lnTo>
                <a:cubicBezTo>
                  <a:pt x="4644572" y="4159563"/>
                  <a:pt x="4557927" y="4265665"/>
                  <a:pt x="4451044" y="4265665"/>
                </a:cubicBezTo>
                <a:lnTo>
                  <a:pt x="3483429" y="4265665"/>
                </a:lnTo>
                <a:lnTo>
                  <a:pt x="3483429" y="4265666"/>
                </a:lnTo>
                <a:lnTo>
                  <a:pt x="3483429" y="5450573"/>
                </a:lnTo>
                <a:cubicBezTo>
                  <a:pt x="3483429" y="5581458"/>
                  <a:pt x="3396784" y="5687561"/>
                  <a:pt x="3289901" y="5687561"/>
                </a:cubicBezTo>
                <a:lnTo>
                  <a:pt x="2723852" y="5687561"/>
                </a:lnTo>
                <a:close/>
              </a:path>
            </a:pathLst>
          </a:custGeom>
          <a:pattFill prst="dashHorz">
            <a:fgClr>
              <a:srgbClr val="FF5500"/>
            </a:fgClr>
            <a:bgClr>
              <a:srgbClr val="FA8825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48690" y="-1020991"/>
            <a:ext cx="6173336" cy="6173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flipH="1" flipV="1">
            <a:off x="3391581" y="-1020990"/>
            <a:ext cx="3483429" cy="3259081"/>
          </a:xfrm>
          <a:custGeom>
            <a:avLst/>
            <a:gdLst>
              <a:gd name="connsiteX0" fmla="*/ 1562700 w 3483429"/>
              <a:gd name="connsiteY0" fmla="*/ 3259081 h 3259081"/>
              <a:gd name="connsiteX1" fmla="*/ 193528 w 3483429"/>
              <a:gd name="connsiteY1" fmla="*/ 3259081 h 3259081"/>
              <a:gd name="connsiteX2" fmla="*/ 0 w 3483429"/>
              <a:gd name="connsiteY2" fmla="*/ 3022093 h 3259081"/>
              <a:gd name="connsiteX3" fmla="*/ 0 w 3483429"/>
              <a:gd name="connsiteY3" fmla="*/ 1918903 h 3259081"/>
              <a:gd name="connsiteX4" fmla="*/ 212336 w 3483429"/>
              <a:gd name="connsiteY4" fmla="*/ 1658884 h 3259081"/>
              <a:gd name="connsiteX5" fmla="*/ 1562700 w 3483429"/>
              <a:gd name="connsiteY5" fmla="*/ 1658884 h 3259081"/>
              <a:gd name="connsiteX6" fmla="*/ 1562709 w 3483429"/>
              <a:gd name="connsiteY6" fmla="*/ 1658883 h 3259081"/>
              <a:gd name="connsiteX7" fmla="*/ 2128758 w 3483429"/>
              <a:gd name="connsiteY7" fmla="*/ 1658883 h 3259081"/>
              <a:gd name="connsiteX8" fmla="*/ 2322286 w 3483429"/>
              <a:gd name="connsiteY8" fmla="*/ 1421895 h 3259081"/>
              <a:gd name="connsiteX9" fmla="*/ 2322286 w 3483429"/>
              <a:gd name="connsiteY9" fmla="*/ 236989 h 3259081"/>
              <a:gd name="connsiteX10" fmla="*/ 2322286 w 3483429"/>
              <a:gd name="connsiteY10" fmla="*/ 236988 h 3259081"/>
              <a:gd name="connsiteX11" fmla="*/ 3289901 w 3483429"/>
              <a:gd name="connsiteY11" fmla="*/ 236988 h 3259081"/>
              <a:gd name="connsiteX12" fmla="*/ 3483429 w 3483429"/>
              <a:gd name="connsiteY12" fmla="*/ 0 h 3259081"/>
              <a:gd name="connsiteX13" fmla="*/ 3483429 w 3483429"/>
              <a:gd name="connsiteY13" fmla="*/ 415289 h 3259081"/>
              <a:gd name="connsiteX14" fmla="*/ 3483429 w 3483429"/>
              <a:gd name="connsiteY14" fmla="*/ 415292 h 3259081"/>
              <a:gd name="connsiteX15" fmla="*/ 3483429 w 3483429"/>
              <a:gd name="connsiteY15" fmla="*/ 1600197 h 3259081"/>
              <a:gd name="connsiteX16" fmla="*/ 3289901 w 3483429"/>
              <a:gd name="connsiteY16" fmla="*/ 1837184 h 3259081"/>
              <a:gd name="connsiteX17" fmla="*/ 2322286 w 3483429"/>
              <a:gd name="connsiteY17" fmla="*/ 1837184 h 3259081"/>
              <a:gd name="connsiteX18" fmla="*/ 2322286 w 3483429"/>
              <a:gd name="connsiteY18" fmla="*/ 1837186 h 3259081"/>
              <a:gd name="connsiteX19" fmla="*/ 2322286 w 3483429"/>
              <a:gd name="connsiteY19" fmla="*/ 3022092 h 3259081"/>
              <a:gd name="connsiteX20" fmla="*/ 2128758 w 3483429"/>
              <a:gd name="connsiteY20" fmla="*/ 3259080 h 3259081"/>
              <a:gd name="connsiteX21" fmla="*/ 1562709 w 3483429"/>
              <a:gd name="connsiteY21" fmla="*/ 3259080 h 325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483429" h="3259081">
                <a:moveTo>
                  <a:pt x="1562700" y="3259081"/>
                </a:moveTo>
                <a:lnTo>
                  <a:pt x="193528" y="3259081"/>
                </a:lnTo>
                <a:cubicBezTo>
                  <a:pt x="86645" y="3259081"/>
                  <a:pt x="0" y="3152978"/>
                  <a:pt x="0" y="3022093"/>
                </a:cubicBezTo>
                <a:lnTo>
                  <a:pt x="0" y="1918903"/>
                </a:lnTo>
                <a:lnTo>
                  <a:pt x="212336" y="1658884"/>
                </a:lnTo>
                <a:lnTo>
                  <a:pt x="1562700" y="1658884"/>
                </a:lnTo>
                <a:lnTo>
                  <a:pt x="1562709" y="1658883"/>
                </a:lnTo>
                <a:lnTo>
                  <a:pt x="2128758" y="1658883"/>
                </a:lnTo>
                <a:cubicBezTo>
                  <a:pt x="2235641" y="1658883"/>
                  <a:pt x="2322286" y="1552780"/>
                  <a:pt x="2322286" y="1421895"/>
                </a:cubicBezTo>
                <a:lnTo>
                  <a:pt x="2322286" y="236989"/>
                </a:lnTo>
                <a:lnTo>
                  <a:pt x="2322286" y="236988"/>
                </a:lnTo>
                <a:lnTo>
                  <a:pt x="3289901" y="236988"/>
                </a:lnTo>
                <a:cubicBezTo>
                  <a:pt x="3396784" y="236988"/>
                  <a:pt x="3483429" y="130885"/>
                  <a:pt x="3483429" y="0"/>
                </a:cubicBezTo>
                <a:lnTo>
                  <a:pt x="3483429" y="415289"/>
                </a:lnTo>
                <a:lnTo>
                  <a:pt x="3483429" y="415292"/>
                </a:lnTo>
                <a:lnTo>
                  <a:pt x="3483429" y="1600197"/>
                </a:lnTo>
                <a:cubicBezTo>
                  <a:pt x="3483429" y="1731082"/>
                  <a:pt x="3396784" y="1837184"/>
                  <a:pt x="3289901" y="1837184"/>
                </a:cubicBezTo>
                <a:lnTo>
                  <a:pt x="2322286" y="1837184"/>
                </a:lnTo>
                <a:lnTo>
                  <a:pt x="2322286" y="1837186"/>
                </a:lnTo>
                <a:lnTo>
                  <a:pt x="2322286" y="3022092"/>
                </a:lnTo>
                <a:cubicBezTo>
                  <a:pt x="2322286" y="3152977"/>
                  <a:pt x="2235641" y="3259080"/>
                  <a:pt x="2128758" y="3259080"/>
                </a:cubicBezTo>
                <a:lnTo>
                  <a:pt x="1562709" y="3259080"/>
                </a:lnTo>
                <a:close/>
              </a:path>
            </a:pathLst>
          </a:custGeom>
          <a:pattFill prst="diagBrick">
            <a:fgClr>
              <a:srgbClr val="FA8825"/>
            </a:fgClr>
            <a:bgClr>
              <a:srgbClr val="FF55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 flipV="1">
            <a:off x="3391578" y="-1020990"/>
            <a:ext cx="3474927" cy="3259081"/>
          </a:xfrm>
          <a:custGeom>
            <a:avLst/>
            <a:gdLst>
              <a:gd name="connsiteX0" fmla="*/ 1554198 w 3474927"/>
              <a:gd name="connsiteY0" fmla="*/ 3259081 h 3259081"/>
              <a:gd name="connsiteX1" fmla="*/ 185026 w 3474927"/>
              <a:gd name="connsiteY1" fmla="*/ 3259081 h 3259081"/>
              <a:gd name="connsiteX2" fmla="*/ 6706 w 3474927"/>
              <a:gd name="connsiteY2" fmla="*/ 3114340 h 3259081"/>
              <a:gd name="connsiteX3" fmla="*/ 0 w 3474927"/>
              <a:gd name="connsiteY3" fmla="*/ 3073664 h 3259081"/>
              <a:gd name="connsiteX4" fmla="*/ 159 w 3474927"/>
              <a:gd name="connsiteY4" fmla="*/ 3073769 h 3259081"/>
              <a:gd name="connsiteX5" fmla="*/ 75489 w 3474927"/>
              <a:gd name="connsiteY5" fmla="*/ 3092393 h 3259081"/>
              <a:gd name="connsiteX6" fmla="*/ 1444661 w 3474927"/>
              <a:gd name="connsiteY6" fmla="*/ 3092393 h 3259081"/>
              <a:gd name="connsiteX7" fmla="*/ 1444670 w 3474927"/>
              <a:gd name="connsiteY7" fmla="*/ 3092392 h 3259081"/>
              <a:gd name="connsiteX8" fmla="*/ 2010719 w 3474927"/>
              <a:gd name="connsiteY8" fmla="*/ 3092392 h 3259081"/>
              <a:gd name="connsiteX9" fmla="*/ 2204247 w 3474927"/>
              <a:gd name="connsiteY9" fmla="*/ 2855404 h 3259081"/>
              <a:gd name="connsiteX10" fmla="*/ 2204247 w 3474927"/>
              <a:gd name="connsiteY10" fmla="*/ 1670498 h 3259081"/>
              <a:gd name="connsiteX11" fmla="*/ 2204247 w 3474927"/>
              <a:gd name="connsiteY11" fmla="*/ 1670497 h 3259081"/>
              <a:gd name="connsiteX12" fmla="*/ 3171862 w 3474927"/>
              <a:gd name="connsiteY12" fmla="*/ 1670497 h 3259081"/>
              <a:gd name="connsiteX13" fmla="*/ 3365390 w 3474927"/>
              <a:gd name="connsiteY13" fmla="*/ 1433509 h 3259081"/>
              <a:gd name="connsiteX14" fmla="*/ 3365390 w 3474927"/>
              <a:gd name="connsiteY14" fmla="*/ 248604 h 3259081"/>
              <a:gd name="connsiteX15" fmla="*/ 3365390 w 3474927"/>
              <a:gd name="connsiteY15" fmla="*/ 248601 h 3259081"/>
              <a:gd name="connsiteX16" fmla="*/ 3365390 w 3474927"/>
              <a:gd name="connsiteY16" fmla="*/ 212608 h 3259081"/>
              <a:gd name="connsiteX17" fmla="*/ 3389602 w 3474927"/>
              <a:gd name="connsiteY17" fmla="*/ 196514 h 3259081"/>
              <a:gd name="connsiteX18" fmla="*/ 3474927 w 3474927"/>
              <a:gd name="connsiteY18" fmla="*/ 0 h 3259081"/>
              <a:gd name="connsiteX19" fmla="*/ 3474927 w 3474927"/>
              <a:gd name="connsiteY19" fmla="*/ 415289 h 3259081"/>
              <a:gd name="connsiteX20" fmla="*/ 3474927 w 3474927"/>
              <a:gd name="connsiteY20" fmla="*/ 415292 h 3259081"/>
              <a:gd name="connsiteX21" fmla="*/ 3474927 w 3474927"/>
              <a:gd name="connsiteY21" fmla="*/ 1600197 h 3259081"/>
              <a:gd name="connsiteX22" fmla="*/ 3281399 w 3474927"/>
              <a:gd name="connsiteY22" fmla="*/ 1837185 h 3259081"/>
              <a:gd name="connsiteX23" fmla="*/ 2313784 w 3474927"/>
              <a:gd name="connsiteY23" fmla="*/ 1837185 h 3259081"/>
              <a:gd name="connsiteX24" fmla="*/ 2313784 w 3474927"/>
              <a:gd name="connsiteY24" fmla="*/ 1837186 h 3259081"/>
              <a:gd name="connsiteX25" fmla="*/ 2313784 w 3474927"/>
              <a:gd name="connsiteY25" fmla="*/ 3022092 h 3259081"/>
              <a:gd name="connsiteX26" fmla="*/ 2120256 w 3474927"/>
              <a:gd name="connsiteY26" fmla="*/ 3259080 h 3259081"/>
              <a:gd name="connsiteX27" fmla="*/ 1554207 w 3474927"/>
              <a:gd name="connsiteY27" fmla="*/ 3259080 h 325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74927" h="3259081">
                <a:moveTo>
                  <a:pt x="1554198" y="3259081"/>
                </a:moveTo>
                <a:lnTo>
                  <a:pt x="185026" y="3259081"/>
                </a:lnTo>
                <a:cubicBezTo>
                  <a:pt x="104864" y="3259081"/>
                  <a:pt x="36086" y="3199398"/>
                  <a:pt x="6706" y="3114340"/>
                </a:cubicBezTo>
                <a:lnTo>
                  <a:pt x="0" y="3073664"/>
                </a:lnTo>
                <a:lnTo>
                  <a:pt x="159" y="3073769"/>
                </a:lnTo>
                <a:cubicBezTo>
                  <a:pt x="23312" y="3085762"/>
                  <a:pt x="48768" y="3092393"/>
                  <a:pt x="75489" y="3092393"/>
                </a:cubicBezTo>
                <a:lnTo>
                  <a:pt x="1444661" y="3092393"/>
                </a:lnTo>
                <a:lnTo>
                  <a:pt x="1444670" y="3092392"/>
                </a:lnTo>
                <a:lnTo>
                  <a:pt x="2010719" y="3092392"/>
                </a:lnTo>
                <a:cubicBezTo>
                  <a:pt x="2117602" y="3092392"/>
                  <a:pt x="2204247" y="2986289"/>
                  <a:pt x="2204247" y="2855404"/>
                </a:cubicBezTo>
                <a:lnTo>
                  <a:pt x="2204247" y="1670498"/>
                </a:lnTo>
                <a:lnTo>
                  <a:pt x="2204247" y="1670497"/>
                </a:lnTo>
                <a:lnTo>
                  <a:pt x="3171862" y="1670497"/>
                </a:lnTo>
                <a:cubicBezTo>
                  <a:pt x="3278745" y="1670497"/>
                  <a:pt x="3365390" y="1564394"/>
                  <a:pt x="3365390" y="1433509"/>
                </a:cubicBezTo>
                <a:lnTo>
                  <a:pt x="3365390" y="248604"/>
                </a:lnTo>
                <a:lnTo>
                  <a:pt x="3365390" y="248601"/>
                </a:lnTo>
                <a:lnTo>
                  <a:pt x="3365390" y="212608"/>
                </a:lnTo>
                <a:lnTo>
                  <a:pt x="3389602" y="196514"/>
                </a:lnTo>
                <a:cubicBezTo>
                  <a:pt x="3441081" y="153926"/>
                  <a:pt x="3474927" y="81803"/>
                  <a:pt x="3474927" y="0"/>
                </a:cubicBezTo>
                <a:lnTo>
                  <a:pt x="3474927" y="415289"/>
                </a:lnTo>
                <a:lnTo>
                  <a:pt x="3474927" y="415292"/>
                </a:lnTo>
                <a:lnTo>
                  <a:pt x="3474927" y="1600197"/>
                </a:lnTo>
                <a:cubicBezTo>
                  <a:pt x="3474927" y="1731082"/>
                  <a:pt x="3388282" y="1837185"/>
                  <a:pt x="3281399" y="1837185"/>
                </a:cubicBezTo>
                <a:lnTo>
                  <a:pt x="2313784" y="1837185"/>
                </a:lnTo>
                <a:lnTo>
                  <a:pt x="2313784" y="1837186"/>
                </a:lnTo>
                <a:lnTo>
                  <a:pt x="2313784" y="3022092"/>
                </a:lnTo>
                <a:cubicBezTo>
                  <a:pt x="2313784" y="3152977"/>
                  <a:pt x="2227139" y="3259080"/>
                  <a:pt x="2120256" y="3259080"/>
                </a:cubicBezTo>
                <a:lnTo>
                  <a:pt x="1554207" y="3259080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76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38D091-FD98-4A6C-A9B3-23604B1ED956}"/>
              </a:ext>
            </a:extLst>
          </p:cNvPr>
          <p:cNvSpPr/>
          <p:nvPr/>
        </p:nvSpPr>
        <p:spPr>
          <a:xfrm>
            <a:off x="2273042" y="1924699"/>
            <a:ext cx="7645916" cy="3822958"/>
          </a:xfrm>
          <a:prstGeom prst="rect">
            <a:avLst/>
          </a:prstGeom>
          <a:solidFill>
            <a:srgbClr val="FA8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AA0C7-4469-4110-9ECE-F27245DB9952}"/>
              </a:ext>
            </a:extLst>
          </p:cNvPr>
          <p:cNvSpPr/>
          <p:nvPr/>
        </p:nvSpPr>
        <p:spPr>
          <a:xfrm>
            <a:off x="2573383" y="2299064"/>
            <a:ext cx="7045234" cy="2063932"/>
          </a:xfrm>
          <a:prstGeom prst="rect">
            <a:avLst/>
          </a:prstGeom>
          <a:pattFill prst="horzBrick">
            <a:fgClr>
              <a:srgbClr val="EE9900"/>
            </a:fgClr>
            <a:bgClr>
              <a:srgbClr val="FFA6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A16359-CE12-43FC-A536-6A2C1A6AA786}"/>
              </a:ext>
            </a:extLst>
          </p:cNvPr>
          <p:cNvSpPr/>
          <p:nvPr/>
        </p:nvSpPr>
        <p:spPr>
          <a:xfrm>
            <a:off x="5074374" y="2465069"/>
            <a:ext cx="1246234" cy="2053955"/>
          </a:xfrm>
          <a:custGeom>
            <a:avLst/>
            <a:gdLst>
              <a:gd name="connsiteX0" fmla="*/ 0 w 1246234"/>
              <a:gd name="connsiteY0" fmla="*/ 0 h 2053955"/>
              <a:gd name="connsiteX1" fmla="*/ 585730 w 1246234"/>
              <a:gd name="connsiteY1" fmla="*/ 0 h 2053955"/>
              <a:gd name="connsiteX2" fmla="*/ 1246234 w 1246234"/>
              <a:gd name="connsiteY2" fmla="*/ 0 h 2053955"/>
              <a:gd name="connsiteX3" fmla="*/ 1246234 w 1246234"/>
              <a:gd name="connsiteY3" fmla="*/ 623033 h 2053955"/>
              <a:gd name="connsiteX4" fmla="*/ 1246234 w 1246234"/>
              <a:gd name="connsiteY4" fmla="*/ 1328224 h 2053955"/>
              <a:gd name="connsiteX5" fmla="*/ 1246234 w 1246234"/>
              <a:gd name="connsiteY5" fmla="*/ 2053955 h 2053955"/>
              <a:gd name="connsiteX6" fmla="*/ 623117 w 1246234"/>
              <a:gd name="connsiteY6" fmla="*/ 2053955 h 2053955"/>
              <a:gd name="connsiteX7" fmla="*/ 0 w 1246234"/>
              <a:gd name="connsiteY7" fmla="*/ 2053955 h 2053955"/>
              <a:gd name="connsiteX8" fmla="*/ 0 w 1246234"/>
              <a:gd name="connsiteY8" fmla="*/ 1430922 h 2053955"/>
              <a:gd name="connsiteX9" fmla="*/ 0 w 1246234"/>
              <a:gd name="connsiteY9" fmla="*/ 725731 h 2053955"/>
              <a:gd name="connsiteX10" fmla="*/ 0 w 1246234"/>
              <a:gd name="connsiteY10" fmla="*/ 0 h 2053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6234" h="2053955" fill="none" extrusionOk="0">
                <a:moveTo>
                  <a:pt x="0" y="0"/>
                </a:moveTo>
                <a:cubicBezTo>
                  <a:pt x="217436" y="-22988"/>
                  <a:pt x="455090" y="-8252"/>
                  <a:pt x="585730" y="0"/>
                </a:cubicBezTo>
                <a:cubicBezTo>
                  <a:pt x="716370" y="8252"/>
                  <a:pt x="1067796" y="24396"/>
                  <a:pt x="1246234" y="0"/>
                </a:cubicBezTo>
                <a:cubicBezTo>
                  <a:pt x="1228474" y="140010"/>
                  <a:pt x="1274486" y="456144"/>
                  <a:pt x="1246234" y="623033"/>
                </a:cubicBezTo>
                <a:cubicBezTo>
                  <a:pt x="1217982" y="789922"/>
                  <a:pt x="1214210" y="975992"/>
                  <a:pt x="1246234" y="1328224"/>
                </a:cubicBezTo>
                <a:cubicBezTo>
                  <a:pt x="1278258" y="1680456"/>
                  <a:pt x="1211178" y="1802951"/>
                  <a:pt x="1246234" y="2053955"/>
                </a:cubicBezTo>
                <a:cubicBezTo>
                  <a:pt x="1088829" y="2062980"/>
                  <a:pt x="791780" y="2076092"/>
                  <a:pt x="623117" y="2053955"/>
                </a:cubicBezTo>
                <a:cubicBezTo>
                  <a:pt x="454454" y="2031818"/>
                  <a:pt x="281896" y="2032356"/>
                  <a:pt x="0" y="2053955"/>
                </a:cubicBezTo>
                <a:cubicBezTo>
                  <a:pt x="-10476" y="1922721"/>
                  <a:pt x="-25681" y="1564463"/>
                  <a:pt x="0" y="1430922"/>
                </a:cubicBezTo>
                <a:cubicBezTo>
                  <a:pt x="25681" y="1297381"/>
                  <a:pt x="-4052" y="1023685"/>
                  <a:pt x="0" y="725731"/>
                </a:cubicBezTo>
                <a:cubicBezTo>
                  <a:pt x="4052" y="427777"/>
                  <a:pt x="15519" y="165026"/>
                  <a:pt x="0" y="0"/>
                </a:cubicBezTo>
                <a:close/>
              </a:path>
              <a:path w="1246234" h="2053955" stroke="0" extrusionOk="0">
                <a:moveTo>
                  <a:pt x="0" y="0"/>
                </a:moveTo>
                <a:cubicBezTo>
                  <a:pt x="248926" y="29147"/>
                  <a:pt x="407447" y="6832"/>
                  <a:pt x="610655" y="0"/>
                </a:cubicBezTo>
                <a:cubicBezTo>
                  <a:pt x="813863" y="-6832"/>
                  <a:pt x="947725" y="19006"/>
                  <a:pt x="1246234" y="0"/>
                </a:cubicBezTo>
                <a:cubicBezTo>
                  <a:pt x="1234718" y="221853"/>
                  <a:pt x="1277644" y="362564"/>
                  <a:pt x="1246234" y="705191"/>
                </a:cubicBezTo>
                <a:cubicBezTo>
                  <a:pt x="1214824" y="1047818"/>
                  <a:pt x="1246857" y="1174038"/>
                  <a:pt x="1246234" y="1389843"/>
                </a:cubicBezTo>
                <a:cubicBezTo>
                  <a:pt x="1245611" y="1605648"/>
                  <a:pt x="1225599" y="1731045"/>
                  <a:pt x="1246234" y="2053955"/>
                </a:cubicBezTo>
                <a:cubicBezTo>
                  <a:pt x="969992" y="2028748"/>
                  <a:pt x="832859" y="2083402"/>
                  <a:pt x="598192" y="2053955"/>
                </a:cubicBezTo>
                <a:cubicBezTo>
                  <a:pt x="363525" y="2024508"/>
                  <a:pt x="217790" y="2033025"/>
                  <a:pt x="0" y="2053955"/>
                </a:cubicBezTo>
                <a:cubicBezTo>
                  <a:pt x="11989" y="1787542"/>
                  <a:pt x="21745" y="1643573"/>
                  <a:pt x="0" y="1430922"/>
                </a:cubicBezTo>
                <a:cubicBezTo>
                  <a:pt x="-21745" y="1218271"/>
                  <a:pt x="-30943" y="1084519"/>
                  <a:pt x="0" y="807889"/>
                </a:cubicBezTo>
                <a:cubicBezTo>
                  <a:pt x="30943" y="531259"/>
                  <a:pt x="-12537" y="208691"/>
                  <a:pt x="0" y="0"/>
                </a:cubicBezTo>
                <a:close/>
              </a:path>
            </a:pathLst>
          </a:custGeom>
          <a:solidFill>
            <a:srgbClr val="FF5500"/>
          </a:solidFill>
          <a:ln w="76200">
            <a:solidFill>
              <a:srgbClr val="FAEEE0"/>
            </a:solidFill>
            <a:extLst>
              <a:ext uri="{C807C97D-BFC1-408E-A445-0C87EB9F89A2}">
                <ask:lineSketchStyleProps xmlns:ask="http://schemas.microsoft.com/office/drawing/2018/sketchyshapes" sd="422157972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2D707C31-7C39-4C6C-9DDB-2B665F156CDC}"/>
              </a:ext>
            </a:extLst>
          </p:cNvPr>
          <p:cNvSpPr/>
          <p:nvPr/>
        </p:nvSpPr>
        <p:spPr>
          <a:xfrm>
            <a:off x="2273042" y="4362996"/>
            <a:ext cx="7645916" cy="1384661"/>
          </a:xfrm>
          <a:prstGeom prst="trapezoid">
            <a:avLst>
              <a:gd name="adj" fmla="val 21867"/>
            </a:avLst>
          </a:prstGeom>
          <a:solidFill>
            <a:srgbClr val="FFC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42C404F9-1CBD-4371-938A-9807CE78E52B}"/>
              </a:ext>
            </a:extLst>
          </p:cNvPr>
          <p:cNvSpPr/>
          <p:nvPr/>
        </p:nvSpPr>
        <p:spPr>
          <a:xfrm flipV="1">
            <a:off x="2273042" y="1924698"/>
            <a:ext cx="7645916" cy="387428"/>
          </a:xfrm>
          <a:prstGeom prst="trapezoid">
            <a:avLst>
              <a:gd name="adj" fmla="val 83349"/>
            </a:avLst>
          </a:prstGeom>
          <a:solidFill>
            <a:srgbClr val="FFC48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B6B99BE5-D0EF-4915-8C34-CE02E66B78D0}"/>
              </a:ext>
            </a:extLst>
          </p:cNvPr>
          <p:cNvSpPr/>
          <p:nvPr/>
        </p:nvSpPr>
        <p:spPr>
          <a:xfrm>
            <a:off x="2806700" y="4519024"/>
            <a:ext cx="6578600" cy="1072604"/>
          </a:xfrm>
          <a:custGeom>
            <a:avLst/>
            <a:gdLst>
              <a:gd name="connsiteX0" fmla="*/ 0 w 6578600"/>
              <a:gd name="connsiteY0" fmla="*/ 1072604 h 1072604"/>
              <a:gd name="connsiteX1" fmla="*/ 132000 w 6578600"/>
              <a:gd name="connsiteY1" fmla="*/ 568480 h 1072604"/>
              <a:gd name="connsiteX2" fmla="*/ 280851 w 6578600"/>
              <a:gd name="connsiteY2" fmla="*/ 0 h 1072604"/>
              <a:gd name="connsiteX3" fmla="*/ 888011 w 6578600"/>
              <a:gd name="connsiteY3" fmla="*/ 0 h 1072604"/>
              <a:gd name="connsiteX4" fmla="*/ 1374832 w 6578600"/>
              <a:gd name="connsiteY4" fmla="*/ 0 h 1072604"/>
              <a:gd name="connsiteX5" fmla="*/ 1741316 w 6578600"/>
              <a:gd name="connsiteY5" fmla="*/ 0 h 1072604"/>
              <a:gd name="connsiteX6" fmla="*/ 2167969 w 6578600"/>
              <a:gd name="connsiteY6" fmla="*/ 0 h 1072604"/>
              <a:gd name="connsiteX7" fmla="*/ 2714960 w 6578600"/>
              <a:gd name="connsiteY7" fmla="*/ 0 h 1072604"/>
              <a:gd name="connsiteX8" fmla="*/ 3382288 w 6578600"/>
              <a:gd name="connsiteY8" fmla="*/ 0 h 1072604"/>
              <a:gd name="connsiteX9" fmla="*/ 3808941 w 6578600"/>
              <a:gd name="connsiteY9" fmla="*/ 0 h 1072604"/>
              <a:gd name="connsiteX10" fmla="*/ 4416101 w 6578600"/>
              <a:gd name="connsiteY10" fmla="*/ 0 h 1072604"/>
              <a:gd name="connsiteX11" fmla="*/ 4842754 w 6578600"/>
              <a:gd name="connsiteY11" fmla="*/ 0 h 1072604"/>
              <a:gd name="connsiteX12" fmla="*/ 5449913 w 6578600"/>
              <a:gd name="connsiteY12" fmla="*/ 0 h 1072604"/>
              <a:gd name="connsiteX13" fmla="*/ 6297749 w 6578600"/>
              <a:gd name="connsiteY13" fmla="*/ 0 h 1072604"/>
              <a:gd name="connsiteX14" fmla="*/ 6429749 w 6578600"/>
              <a:gd name="connsiteY14" fmla="*/ 504124 h 1072604"/>
              <a:gd name="connsiteX15" fmla="*/ 6578600 w 6578600"/>
              <a:gd name="connsiteY15" fmla="*/ 1072604 h 1072604"/>
              <a:gd name="connsiteX16" fmla="*/ 6177903 w 6578600"/>
              <a:gd name="connsiteY16" fmla="*/ 1072604 h 1072604"/>
              <a:gd name="connsiteX17" fmla="*/ 5579849 w 6578600"/>
              <a:gd name="connsiteY17" fmla="*/ 1072604 h 1072604"/>
              <a:gd name="connsiteX18" fmla="*/ 5179152 w 6578600"/>
              <a:gd name="connsiteY18" fmla="*/ 1072604 h 1072604"/>
              <a:gd name="connsiteX19" fmla="*/ 4646884 w 6578600"/>
              <a:gd name="connsiteY19" fmla="*/ 1072604 h 1072604"/>
              <a:gd name="connsiteX20" fmla="*/ 4246187 w 6578600"/>
              <a:gd name="connsiteY20" fmla="*/ 1072604 h 1072604"/>
              <a:gd name="connsiteX21" fmla="*/ 3582347 w 6578600"/>
              <a:gd name="connsiteY21" fmla="*/ 1072604 h 1072604"/>
              <a:gd name="connsiteX22" fmla="*/ 2918506 w 6578600"/>
              <a:gd name="connsiteY22" fmla="*/ 1072604 h 1072604"/>
              <a:gd name="connsiteX23" fmla="*/ 2320452 w 6578600"/>
              <a:gd name="connsiteY23" fmla="*/ 1072604 h 1072604"/>
              <a:gd name="connsiteX24" fmla="*/ 1853969 w 6578600"/>
              <a:gd name="connsiteY24" fmla="*/ 1072604 h 1072604"/>
              <a:gd name="connsiteX25" fmla="*/ 1255915 w 6578600"/>
              <a:gd name="connsiteY25" fmla="*/ 1072604 h 1072604"/>
              <a:gd name="connsiteX26" fmla="*/ 526288 w 6578600"/>
              <a:gd name="connsiteY26" fmla="*/ 1072604 h 1072604"/>
              <a:gd name="connsiteX27" fmla="*/ 0 w 6578600"/>
              <a:gd name="connsiteY27" fmla="*/ 1072604 h 107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78600" h="1072604" fill="none" extrusionOk="0">
                <a:moveTo>
                  <a:pt x="0" y="1072604"/>
                </a:moveTo>
                <a:cubicBezTo>
                  <a:pt x="6268" y="858508"/>
                  <a:pt x="105081" y="754962"/>
                  <a:pt x="132000" y="568480"/>
                </a:cubicBezTo>
                <a:cubicBezTo>
                  <a:pt x="158919" y="381998"/>
                  <a:pt x="234026" y="221075"/>
                  <a:pt x="280851" y="0"/>
                </a:cubicBezTo>
                <a:cubicBezTo>
                  <a:pt x="540737" y="-43740"/>
                  <a:pt x="667553" y="36159"/>
                  <a:pt x="888011" y="0"/>
                </a:cubicBezTo>
                <a:cubicBezTo>
                  <a:pt x="1108469" y="-36159"/>
                  <a:pt x="1225169" y="19756"/>
                  <a:pt x="1374832" y="0"/>
                </a:cubicBezTo>
                <a:cubicBezTo>
                  <a:pt x="1524495" y="-19756"/>
                  <a:pt x="1606454" y="17706"/>
                  <a:pt x="1741316" y="0"/>
                </a:cubicBezTo>
                <a:cubicBezTo>
                  <a:pt x="1876178" y="-17706"/>
                  <a:pt x="1981199" y="4216"/>
                  <a:pt x="2167969" y="0"/>
                </a:cubicBezTo>
                <a:cubicBezTo>
                  <a:pt x="2354739" y="-4216"/>
                  <a:pt x="2583755" y="45412"/>
                  <a:pt x="2714960" y="0"/>
                </a:cubicBezTo>
                <a:cubicBezTo>
                  <a:pt x="2846165" y="-45412"/>
                  <a:pt x="3160757" y="66164"/>
                  <a:pt x="3382288" y="0"/>
                </a:cubicBezTo>
                <a:cubicBezTo>
                  <a:pt x="3603819" y="-66164"/>
                  <a:pt x="3719332" y="49697"/>
                  <a:pt x="3808941" y="0"/>
                </a:cubicBezTo>
                <a:cubicBezTo>
                  <a:pt x="3898550" y="-49697"/>
                  <a:pt x="4193137" y="41308"/>
                  <a:pt x="4416101" y="0"/>
                </a:cubicBezTo>
                <a:cubicBezTo>
                  <a:pt x="4639065" y="-41308"/>
                  <a:pt x="4743254" y="15755"/>
                  <a:pt x="4842754" y="0"/>
                </a:cubicBezTo>
                <a:cubicBezTo>
                  <a:pt x="4942254" y="-15755"/>
                  <a:pt x="5305176" y="60311"/>
                  <a:pt x="5449913" y="0"/>
                </a:cubicBezTo>
                <a:cubicBezTo>
                  <a:pt x="5594650" y="-60311"/>
                  <a:pt x="6103783" y="80508"/>
                  <a:pt x="6297749" y="0"/>
                </a:cubicBezTo>
                <a:cubicBezTo>
                  <a:pt x="6338025" y="101902"/>
                  <a:pt x="6342688" y="270296"/>
                  <a:pt x="6429749" y="504124"/>
                </a:cubicBezTo>
                <a:cubicBezTo>
                  <a:pt x="6516810" y="737952"/>
                  <a:pt x="6506203" y="802138"/>
                  <a:pt x="6578600" y="1072604"/>
                </a:cubicBezTo>
                <a:cubicBezTo>
                  <a:pt x="6440868" y="1114386"/>
                  <a:pt x="6293044" y="1030465"/>
                  <a:pt x="6177903" y="1072604"/>
                </a:cubicBezTo>
                <a:cubicBezTo>
                  <a:pt x="6062762" y="1114743"/>
                  <a:pt x="5847735" y="1068786"/>
                  <a:pt x="5579849" y="1072604"/>
                </a:cubicBezTo>
                <a:cubicBezTo>
                  <a:pt x="5311963" y="1076422"/>
                  <a:pt x="5269083" y="1056744"/>
                  <a:pt x="5179152" y="1072604"/>
                </a:cubicBezTo>
                <a:cubicBezTo>
                  <a:pt x="5089221" y="1088464"/>
                  <a:pt x="4875878" y="1016068"/>
                  <a:pt x="4646884" y="1072604"/>
                </a:cubicBezTo>
                <a:cubicBezTo>
                  <a:pt x="4417890" y="1129140"/>
                  <a:pt x="4435782" y="1054161"/>
                  <a:pt x="4246187" y="1072604"/>
                </a:cubicBezTo>
                <a:cubicBezTo>
                  <a:pt x="4056592" y="1091047"/>
                  <a:pt x="3808543" y="1055078"/>
                  <a:pt x="3582347" y="1072604"/>
                </a:cubicBezTo>
                <a:cubicBezTo>
                  <a:pt x="3356151" y="1090130"/>
                  <a:pt x="3066879" y="1025998"/>
                  <a:pt x="2918506" y="1072604"/>
                </a:cubicBezTo>
                <a:cubicBezTo>
                  <a:pt x="2770133" y="1119210"/>
                  <a:pt x="2547015" y="1070732"/>
                  <a:pt x="2320452" y="1072604"/>
                </a:cubicBezTo>
                <a:cubicBezTo>
                  <a:pt x="2093889" y="1074476"/>
                  <a:pt x="1995421" y="1058833"/>
                  <a:pt x="1853969" y="1072604"/>
                </a:cubicBezTo>
                <a:cubicBezTo>
                  <a:pt x="1712517" y="1086375"/>
                  <a:pt x="1392224" y="1014608"/>
                  <a:pt x="1255915" y="1072604"/>
                </a:cubicBezTo>
                <a:cubicBezTo>
                  <a:pt x="1119606" y="1130600"/>
                  <a:pt x="782491" y="1056465"/>
                  <a:pt x="526288" y="1072604"/>
                </a:cubicBezTo>
                <a:cubicBezTo>
                  <a:pt x="270085" y="1088743"/>
                  <a:pt x="162571" y="1024717"/>
                  <a:pt x="0" y="1072604"/>
                </a:cubicBezTo>
                <a:close/>
              </a:path>
              <a:path w="6578600" h="1072604" stroke="0" extrusionOk="0">
                <a:moveTo>
                  <a:pt x="0" y="1072604"/>
                </a:moveTo>
                <a:cubicBezTo>
                  <a:pt x="11045" y="797098"/>
                  <a:pt x="128682" y="648332"/>
                  <a:pt x="140426" y="536302"/>
                </a:cubicBezTo>
                <a:cubicBezTo>
                  <a:pt x="152170" y="424272"/>
                  <a:pt x="252456" y="140296"/>
                  <a:pt x="280851" y="0"/>
                </a:cubicBezTo>
                <a:cubicBezTo>
                  <a:pt x="496224" y="-34955"/>
                  <a:pt x="692601" y="43488"/>
                  <a:pt x="888011" y="0"/>
                </a:cubicBezTo>
                <a:cubicBezTo>
                  <a:pt x="1083421" y="-43488"/>
                  <a:pt x="1272911" y="17089"/>
                  <a:pt x="1374832" y="0"/>
                </a:cubicBezTo>
                <a:cubicBezTo>
                  <a:pt x="1476753" y="-17089"/>
                  <a:pt x="1579701" y="24600"/>
                  <a:pt x="1741316" y="0"/>
                </a:cubicBezTo>
                <a:cubicBezTo>
                  <a:pt x="1902931" y="-24600"/>
                  <a:pt x="2067508" y="44598"/>
                  <a:pt x="2167969" y="0"/>
                </a:cubicBezTo>
                <a:cubicBezTo>
                  <a:pt x="2268430" y="-44598"/>
                  <a:pt x="2638563" y="63555"/>
                  <a:pt x="2835298" y="0"/>
                </a:cubicBezTo>
                <a:cubicBezTo>
                  <a:pt x="3032033" y="-63555"/>
                  <a:pt x="3022642" y="22088"/>
                  <a:pt x="3201781" y="0"/>
                </a:cubicBezTo>
                <a:cubicBezTo>
                  <a:pt x="3380920" y="-22088"/>
                  <a:pt x="3698384" y="22369"/>
                  <a:pt x="3869110" y="0"/>
                </a:cubicBezTo>
                <a:cubicBezTo>
                  <a:pt x="4039836" y="-22369"/>
                  <a:pt x="4131017" y="5304"/>
                  <a:pt x="4235594" y="0"/>
                </a:cubicBezTo>
                <a:cubicBezTo>
                  <a:pt x="4340171" y="-5304"/>
                  <a:pt x="4625376" y="25125"/>
                  <a:pt x="4902923" y="0"/>
                </a:cubicBezTo>
                <a:cubicBezTo>
                  <a:pt x="5180470" y="-25125"/>
                  <a:pt x="5281240" y="46058"/>
                  <a:pt x="5389744" y="0"/>
                </a:cubicBezTo>
                <a:cubicBezTo>
                  <a:pt x="5498248" y="-46058"/>
                  <a:pt x="6021256" y="51238"/>
                  <a:pt x="6297749" y="0"/>
                </a:cubicBezTo>
                <a:cubicBezTo>
                  <a:pt x="6373502" y="225066"/>
                  <a:pt x="6359200" y="373269"/>
                  <a:pt x="6440983" y="547028"/>
                </a:cubicBezTo>
                <a:cubicBezTo>
                  <a:pt x="6522766" y="720787"/>
                  <a:pt x="6522419" y="928423"/>
                  <a:pt x="6578600" y="1072604"/>
                </a:cubicBezTo>
                <a:cubicBezTo>
                  <a:pt x="6333468" y="1085732"/>
                  <a:pt x="6109223" y="1003015"/>
                  <a:pt x="5914759" y="1072604"/>
                </a:cubicBezTo>
                <a:cubicBezTo>
                  <a:pt x="5720295" y="1142193"/>
                  <a:pt x="5606727" y="1062088"/>
                  <a:pt x="5382491" y="1072604"/>
                </a:cubicBezTo>
                <a:cubicBezTo>
                  <a:pt x="5158255" y="1083120"/>
                  <a:pt x="5089386" y="1025854"/>
                  <a:pt x="4850222" y="1072604"/>
                </a:cubicBezTo>
                <a:cubicBezTo>
                  <a:pt x="4611058" y="1119354"/>
                  <a:pt x="4376487" y="1066053"/>
                  <a:pt x="4252168" y="1072604"/>
                </a:cubicBezTo>
                <a:cubicBezTo>
                  <a:pt x="4127849" y="1079155"/>
                  <a:pt x="3829237" y="1019244"/>
                  <a:pt x="3654113" y="1072604"/>
                </a:cubicBezTo>
                <a:cubicBezTo>
                  <a:pt x="3478990" y="1125964"/>
                  <a:pt x="3303576" y="1010347"/>
                  <a:pt x="2990273" y="1072604"/>
                </a:cubicBezTo>
                <a:cubicBezTo>
                  <a:pt x="2676970" y="1134861"/>
                  <a:pt x="2550068" y="1025650"/>
                  <a:pt x="2392218" y="1072604"/>
                </a:cubicBezTo>
                <a:cubicBezTo>
                  <a:pt x="2234368" y="1119558"/>
                  <a:pt x="2094607" y="1053502"/>
                  <a:pt x="1859950" y="1072604"/>
                </a:cubicBezTo>
                <a:cubicBezTo>
                  <a:pt x="1625293" y="1091706"/>
                  <a:pt x="1429579" y="1047189"/>
                  <a:pt x="1261895" y="1072604"/>
                </a:cubicBezTo>
                <a:cubicBezTo>
                  <a:pt x="1094212" y="1098019"/>
                  <a:pt x="766680" y="997001"/>
                  <a:pt x="598055" y="1072604"/>
                </a:cubicBezTo>
                <a:cubicBezTo>
                  <a:pt x="429430" y="1148207"/>
                  <a:pt x="264485" y="1003230"/>
                  <a:pt x="0" y="1072604"/>
                </a:cubicBezTo>
                <a:close/>
              </a:path>
            </a:pathLst>
          </a:custGeom>
          <a:pattFill prst="lgConfetti">
            <a:fgClr>
              <a:srgbClr val="FF7F50"/>
            </a:fgClr>
            <a:bgClr>
              <a:srgbClr val="FF5500"/>
            </a:bgClr>
          </a:pattFill>
          <a:ln w="38100">
            <a:solidFill>
              <a:srgbClr val="FAEEE0"/>
            </a:solidFill>
            <a:extLst>
              <a:ext uri="{C807C97D-BFC1-408E-A445-0C87EB9F89A2}">
                <ask:lineSketchStyleProps xmlns:ask="http://schemas.microsoft.com/office/drawing/2018/sketchyshapes" sd="4045419417">
                  <a:prstGeom prst="trapezoid">
                    <a:avLst>
                      <a:gd name="adj" fmla="val 2618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4438C-D942-47F8-94F2-AE5172610A9B}"/>
              </a:ext>
            </a:extLst>
          </p:cNvPr>
          <p:cNvSpPr/>
          <p:nvPr/>
        </p:nvSpPr>
        <p:spPr>
          <a:xfrm>
            <a:off x="3035300" y="2654300"/>
            <a:ext cx="1066800" cy="1270000"/>
          </a:xfrm>
          <a:custGeom>
            <a:avLst/>
            <a:gdLst>
              <a:gd name="connsiteX0" fmla="*/ 0 w 1066800"/>
              <a:gd name="connsiteY0" fmla="*/ 0 h 1270000"/>
              <a:gd name="connsiteX1" fmla="*/ 501396 w 1066800"/>
              <a:gd name="connsiteY1" fmla="*/ 0 h 1270000"/>
              <a:gd name="connsiteX2" fmla="*/ 1066800 w 1066800"/>
              <a:gd name="connsiteY2" fmla="*/ 0 h 1270000"/>
              <a:gd name="connsiteX3" fmla="*/ 1066800 w 1066800"/>
              <a:gd name="connsiteY3" fmla="*/ 660400 h 1270000"/>
              <a:gd name="connsiteX4" fmla="*/ 1066800 w 1066800"/>
              <a:gd name="connsiteY4" fmla="*/ 1270000 h 1270000"/>
              <a:gd name="connsiteX5" fmla="*/ 533400 w 1066800"/>
              <a:gd name="connsiteY5" fmla="*/ 1270000 h 1270000"/>
              <a:gd name="connsiteX6" fmla="*/ 0 w 1066800"/>
              <a:gd name="connsiteY6" fmla="*/ 1270000 h 1270000"/>
              <a:gd name="connsiteX7" fmla="*/ 0 w 1066800"/>
              <a:gd name="connsiteY7" fmla="*/ 622300 h 1270000"/>
              <a:gd name="connsiteX8" fmla="*/ 0 w 1066800"/>
              <a:gd name="connsiteY8" fmla="*/ 0 h 1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6800" h="1270000" fill="none" extrusionOk="0">
                <a:moveTo>
                  <a:pt x="0" y="0"/>
                </a:moveTo>
                <a:cubicBezTo>
                  <a:pt x="167244" y="-11816"/>
                  <a:pt x="305292" y="18234"/>
                  <a:pt x="501396" y="0"/>
                </a:cubicBezTo>
                <a:cubicBezTo>
                  <a:pt x="697500" y="-18234"/>
                  <a:pt x="793835" y="16434"/>
                  <a:pt x="1066800" y="0"/>
                </a:cubicBezTo>
                <a:cubicBezTo>
                  <a:pt x="1035887" y="321753"/>
                  <a:pt x="1090397" y="344520"/>
                  <a:pt x="1066800" y="660400"/>
                </a:cubicBezTo>
                <a:cubicBezTo>
                  <a:pt x="1043203" y="976280"/>
                  <a:pt x="1089490" y="1124967"/>
                  <a:pt x="1066800" y="1270000"/>
                </a:cubicBezTo>
                <a:cubicBezTo>
                  <a:pt x="953631" y="1261836"/>
                  <a:pt x="678873" y="1291818"/>
                  <a:pt x="533400" y="1270000"/>
                </a:cubicBezTo>
                <a:cubicBezTo>
                  <a:pt x="387927" y="1248182"/>
                  <a:pt x="121832" y="1249230"/>
                  <a:pt x="0" y="1270000"/>
                </a:cubicBezTo>
                <a:cubicBezTo>
                  <a:pt x="6145" y="953697"/>
                  <a:pt x="-31927" y="915113"/>
                  <a:pt x="0" y="622300"/>
                </a:cubicBezTo>
                <a:cubicBezTo>
                  <a:pt x="31927" y="329487"/>
                  <a:pt x="-24626" y="203301"/>
                  <a:pt x="0" y="0"/>
                </a:cubicBezTo>
                <a:close/>
              </a:path>
              <a:path w="1066800" h="1270000" stroke="0" extrusionOk="0">
                <a:moveTo>
                  <a:pt x="0" y="0"/>
                </a:moveTo>
                <a:cubicBezTo>
                  <a:pt x="234261" y="5213"/>
                  <a:pt x="312998" y="-15728"/>
                  <a:pt x="512064" y="0"/>
                </a:cubicBezTo>
                <a:cubicBezTo>
                  <a:pt x="711130" y="15728"/>
                  <a:pt x="908232" y="1556"/>
                  <a:pt x="1066800" y="0"/>
                </a:cubicBezTo>
                <a:cubicBezTo>
                  <a:pt x="1039176" y="134815"/>
                  <a:pt x="1041549" y="383141"/>
                  <a:pt x="1066800" y="635000"/>
                </a:cubicBezTo>
                <a:cubicBezTo>
                  <a:pt x="1092051" y="886859"/>
                  <a:pt x="1071810" y="1116312"/>
                  <a:pt x="1066800" y="1270000"/>
                </a:cubicBezTo>
                <a:cubicBezTo>
                  <a:pt x="928541" y="1265891"/>
                  <a:pt x="736958" y="1250160"/>
                  <a:pt x="522732" y="1270000"/>
                </a:cubicBezTo>
                <a:cubicBezTo>
                  <a:pt x="308506" y="1289840"/>
                  <a:pt x="260613" y="1285322"/>
                  <a:pt x="0" y="1270000"/>
                </a:cubicBezTo>
                <a:cubicBezTo>
                  <a:pt x="2445" y="1022846"/>
                  <a:pt x="-27582" y="944319"/>
                  <a:pt x="0" y="647700"/>
                </a:cubicBezTo>
                <a:cubicBezTo>
                  <a:pt x="27582" y="351081"/>
                  <a:pt x="19598" y="178605"/>
                  <a:pt x="0" y="0"/>
                </a:cubicBezTo>
                <a:close/>
              </a:path>
            </a:pathLst>
          </a:custGeom>
          <a:solidFill>
            <a:srgbClr val="FFC482"/>
          </a:solidFill>
          <a:ln w="76200">
            <a:solidFill>
              <a:srgbClr val="FAEEE0"/>
            </a:solidFill>
            <a:extLst>
              <a:ext uri="{C807C97D-BFC1-408E-A445-0C87EB9F89A2}">
                <ask:lineSketchStyleProps xmlns:ask="http://schemas.microsoft.com/office/drawing/2018/sketchyshapes" sd="37366768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535A5C-ECBF-414F-AA46-48B0D07D3253}"/>
              </a:ext>
            </a:extLst>
          </p:cNvPr>
          <p:cNvSpPr/>
          <p:nvPr/>
        </p:nvSpPr>
        <p:spPr>
          <a:xfrm rot="16200000">
            <a:off x="2933700" y="2755900"/>
            <a:ext cx="1270000" cy="1066800"/>
          </a:xfrm>
          <a:custGeom>
            <a:avLst/>
            <a:gdLst>
              <a:gd name="connsiteX0" fmla="*/ 1270000 w 1270000"/>
              <a:gd name="connsiteY0" fmla="*/ 504825 h 1066800"/>
              <a:gd name="connsiteX1" fmla="*/ 1270000 w 1270000"/>
              <a:gd name="connsiteY1" fmla="*/ 561975 h 1066800"/>
              <a:gd name="connsiteX2" fmla="*/ 663575 w 1270000"/>
              <a:gd name="connsiteY2" fmla="*/ 561975 h 1066800"/>
              <a:gd name="connsiteX3" fmla="*/ 663575 w 1270000"/>
              <a:gd name="connsiteY3" fmla="*/ 1066800 h 1066800"/>
              <a:gd name="connsiteX4" fmla="*/ 606425 w 1270000"/>
              <a:gd name="connsiteY4" fmla="*/ 1066800 h 1066800"/>
              <a:gd name="connsiteX5" fmla="*/ 606425 w 1270000"/>
              <a:gd name="connsiteY5" fmla="*/ 561975 h 1066800"/>
              <a:gd name="connsiteX6" fmla="*/ 0 w 1270000"/>
              <a:gd name="connsiteY6" fmla="*/ 561975 h 1066800"/>
              <a:gd name="connsiteX7" fmla="*/ 0 w 1270000"/>
              <a:gd name="connsiteY7" fmla="*/ 504825 h 1066800"/>
              <a:gd name="connsiteX8" fmla="*/ 606425 w 1270000"/>
              <a:gd name="connsiteY8" fmla="*/ 504825 h 1066800"/>
              <a:gd name="connsiteX9" fmla="*/ 606425 w 1270000"/>
              <a:gd name="connsiteY9" fmla="*/ 0 h 1066800"/>
              <a:gd name="connsiteX10" fmla="*/ 663575 w 1270000"/>
              <a:gd name="connsiteY10" fmla="*/ 0 h 1066800"/>
              <a:gd name="connsiteX11" fmla="*/ 663575 w 1270000"/>
              <a:gd name="connsiteY11" fmla="*/ 504825 h 1066800"/>
              <a:gd name="connsiteX12" fmla="*/ 1270000 w 1270000"/>
              <a:gd name="connsiteY12" fmla="*/ 504825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70000" h="1066800" fill="none" extrusionOk="0">
                <a:moveTo>
                  <a:pt x="1270000" y="504825"/>
                </a:moveTo>
                <a:cubicBezTo>
                  <a:pt x="1269269" y="517393"/>
                  <a:pt x="1267260" y="542140"/>
                  <a:pt x="1270000" y="561975"/>
                </a:cubicBezTo>
                <a:cubicBezTo>
                  <a:pt x="1146288" y="567207"/>
                  <a:pt x="822698" y="550710"/>
                  <a:pt x="663575" y="561975"/>
                </a:cubicBezTo>
                <a:cubicBezTo>
                  <a:pt x="662843" y="667601"/>
                  <a:pt x="656565" y="885975"/>
                  <a:pt x="663575" y="1066800"/>
                </a:cubicBezTo>
                <a:cubicBezTo>
                  <a:pt x="637293" y="1066115"/>
                  <a:pt x="625631" y="1067168"/>
                  <a:pt x="606425" y="1066800"/>
                </a:cubicBezTo>
                <a:cubicBezTo>
                  <a:pt x="598889" y="931923"/>
                  <a:pt x="625278" y="681850"/>
                  <a:pt x="606425" y="561975"/>
                </a:cubicBezTo>
                <a:cubicBezTo>
                  <a:pt x="483911" y="566386"/>
                  <a:pt x="133894" y="559775"/>
                  <a:pt x="0" y="561975"/>
                </a:cubicBezTo>
                <a:cubicBezTo>
                  <a:pt x="-2367" y="546259"/>
                  <a:pt x="-1384" y="522364"/>
                  <a:pt x="0" y="504825"/>
                </a:cubicBezTo>
                <a:cubicBezTo>
                  <a:pt x="243511" y="484569"/>
                  <a:pt x="383041" y="508018"/>
                  <a:pt x="606425" y="504825"/>
                </a:cubicBezTo>
                <a:cubicBezTo>
                  <a:pt x="608792" y="276848"/>
                  <a:pt x="602718" y="207093"/>
                  <a:pt x="606425" y="0"/>
                </a:cubicBezTo>
                <a:cubicBezTo>
                  <a:pt x="628555" y="-2302"/>
                  <a:pt x="645088" y="541"/>
                  <a:pt x="663575" y="0"/>
                </a:cubicBezTo>
                <a:cubicBezTo>
                  <a:pt x="662800" y="104175"/>
                  <a:pt x="656594" y="282017"/>
                  <a:pt x="663575" y="504825"/>
                </a:cubicBezTo>
                <a:cubicBezTo>
                  <a:pt x="917708" y="513020"/>
                  <a:pt x="978464" y="475367"/>
                  <a:pt x="1270000" y="504825"/>
                </a:cubicBezTo>
                <a:close/>
              </a:path>
              <a:path w="1270000" h="1066800" stroke="0" extrusionOk="0">
                <a:moveTo>
                  <a:pt x="1270000" y="504825"/>
                </a:moveTo>
                <a:cubicBezTo>
                  <a:pt x="1267313" y="524716"/>
                  <a:pt x="1271609" y="539555"/>
                  <a:pt x="1270000" y="561975"/>
                </a:cubicBezTo>
                <a:cubicBezTo>
                  <a:pt x="1036589" y="533474"/>
                  <a:pt x="962448" y="532898"/>
                  <a:pt x="663575" y="561975"/>
                </a:cubicBezTo>
                <a:cubicBezTo>
                  <a:pt x="668237" y="812377"/>
                  <a:pt x="657858" y="833073"/>
                  <a:pt x="663575" y="1066800"/>
                </a:cubicBezTo>
                <a:cubicBezTo>
                  <a:pt x="651252" y="1065187"/>
                  <a:pt x="634239" y="1069565"/>
                  <a:pt x="606425" y="1066800"/>
                </a:cubicBezTo>
                <a:cubicBezTo>
                  <a:pt x="592013" y="965080"/>
                  <a:pt x="619770" y="711846"/>
                  <a:pt x="606425" y="561975"/>
                </a:cubicBezTo>
                <a:cubicBezTo>
                  <a:pt x="464922" y="562599"/>
                  <a:pt x="189430" y="578564"/>
                  <a:pt x="0" y="561975"/>
                </a:cubicBezTo>
                <a:cubicBezTo>
                  <a:pt x="754" y="544707"/>
                  <a:pt x="992" y="517936"/>
                  <a:pt x="0" y="504825"/>
                </a:cubicBezTo>
                <a:cubicBezTo>
                  <a:pt x="287421" y="503914"/>
                  <a:pt x="305570" y="497517"/>
                  <a:pt x="606425" y="504825"/>
                </a:cubicBezTo>
                <a:cubicBezTo>
                  <a:pt x="619291" y="384938"/>
                  <a:pt x="593125" y="146741"/>
                  <a:pt x="606425" y="0"/>
                </a:cubicBezTo>
                <a:cubicBezTo>
                  <a:pt x="625671" y="762"/>
                  <a:pt x="646955" y="1303"/>
                  <a:pt x="663575" y="0"/>
                </a:cubicBezTo>
                <a:cubicBezTo>
                  <a:pt x="687729" y="157908"/>
                  <a:pt x="666351" y="378980"/>
                  <a:pt x="663575" y="504825"/>
                </a:cubicBezTo>
                <a:cubicBezTo>
                  <a:pt x="866255" y="508377"/>
                  <a:pt x="1121242" y="497345"/>
                  <a:pt x="1270000" y="50482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AEEE0"/>
            </a:solidFill>
            <a:extLst>
              <a:ext uri="{C807C97D-BFC1-408E-A445-0C87EB9F89A2}">
                <ask:lineSketchStyleProps xmlns:ask="http://schemas.microsoft.com/office/drawing/2018/sketchyshapes" sd="266565217">
                  <a:custGeom>
                    <a:avLst/>
                    <a:gdLst>
                      <a:gd name="connsiteX0" fmla="*/ 1270000 w 1270000"/>
                      <a:gd name="connsiteY0" fmla="*/ 504825 h 1066800"/>
                      <a:gd name="connsiteX1" fmla="*/ 1270000 w 1270000"/>
                      <a:gd name="connsiteY1" fmla="*/ 561975 h 1066800"/>
                      <a:gd name="connsiteX2" fmla="*/ 663575 w 1270000"/>
                      <a:gd name="connsiteY2" fmla="*/ 561975 h 1066800"/>
                      <a:gd name="connsiteX3" fmla="*/ 663575 w 1270000"/>
                      <a:gd name="connsiteY3" fmla="*/ 1066800 h 1066800"/>
                      <a:gd name="connsiteX4" fmla="*/ 606425 w 1270000"/>
                      <a:gd name="connsiteY4" fmla="*/ 1066800 h 1066800"/>
                      <a:gd name="connsiteX5" fmla="*/ 606425 w 1270000"/>
                      <a:gd name="connsiteY5" fmla="*/ 561975 h 1066800"/>
                      <a:gd name="connsiteX6" fmla="*/ 0 w 1270000"/>
                      <a:gd name="connsiteY6" fmla="*/ 561975 h 1066800"/>
                      <a:gd name="connsiteX7" fmla="*/ 0 w 1270000"/>
                      <a:gd name="connsiteY7" fmla="*/ 504825 h 1066800"/>
                      <a:gd name="connsiteX8" fmla="*/ 606425 w 1270000"/>
                      <a:gd name="connsiteY8" fmla="*/ 504825 h 1066800"/>
                      <a:gd name="connsiteX9" fmla="*/ 606425 w 1270000"/>
                      <a:gd name="connsiteY9" fmla="*/ 0 h 1066800"/>
                      <a:gd name="connsiteX10" fmla="*/ 663575 w 1270000"/>
                      <a:gd name="connsiteY10" fmla="*/ 0 h 1066800"/>
                      <a:gd name="connsiteX11" fmla="*/ 663575 w 1270000"/>
                      <a:gd name="connsiteY11" fmla="*/ 504825 h 1066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270000" h="1066800">
                        <a:moveTo>
                          <a:pt x="1270000" y="504825"/>
                        </a:moveTo>
                        <a:lnTo>
                          <a:pt x="1270000" y="561975"/>
                        </a:lnTo>
                        <a:lnTo>
                          <a:pt x="663575" y="561975"/>
                        </a:lnTo>
                        <a:lnTo>
                          <a:pt x="663575" y="1066800"/>
                        </a:lnTo>
                        <a:lnTo>
                          <a:pt x="606425" y="1066800"/>
                        </a:lnTo>
                        <a:lnTo>
                          <a:pt x="606425" y="561975"/>
                        </a:lnTo>
                        <a:lnTo>
                          <a:pt x="0" y="561975"/>
                        </a:lnTo>
                        <a:lnTo>
                          <a:pt x="0" y="504825"/>
                        </a:lnTo>
                        <a:lnTo>
                          <a:pt x="606425" y="504825"/>
                        </a:lnTo>
                        <a:lnTo>
                          <a:pt x="606425" y="0"/>
                        </a:lnTo>
                        <a:lnTo>
                          <a:pt x="663575" y="0"/>
                        </a:lnTo>
                        <a:lnTo>
                          <a:pt x="663575" y="504825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19695D90-BCE0-4D7C-894D-BCB7FD2F99EC}"/>
              </a:ext>
            </a:extLst>
          </p:cNvPr>
          <p:cNvSpPr/>
          <p:nvPr/>
        </p:nvSpPr>
        <p:spPr>
          <a:xfrm>
            <a:off x="2419350" y="2647949"/>
            <a:ext cx="1682750" cy="1897926"/>
          </a:xfrm>
          <a:prstGeom prst="cube">
            <a:avLst>
              <a:gd name="adj" fmla="val 40165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9000"/>
                </a:schemeClr>
              </a:gs>
            </a:gsLst>
            <a:lin ang="0" scaled="0"/>
            <a:tileRect/>
          </a:gradFill>
          <a:ln w="76200">
            <a:solidFill>
              <a:schemeClr val="bg1">
                <a:alpha val="0"/>
              </a:schemeClr>
            </a:solidFill>
          </a:ln>
          <a:scene3d>
            <a:camera prst="orthographicFront"/>
            <a:lightRig rig="threePt" dir="t"/>
          </a:scene3d>
          <a:sp3d prstMaterial="translucentPowder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9CA91A42-DB0E-4072-A08C-820589F071D6}"/>
              </a:ext>
            </a:extLst>
          </p:cNvPr>
          <p:cNvSpPr/>
          <p:nvPr/>
        </p:nvSpPr>
        <p:spPr>
          <a:xfrm>
            <a:off x="5295718" y="3528333"/>
            <a:ext cx="122396" cy="122396"/>
          </a:xfrm>
          <a:custGeom>
            <a:avLst/>
            <a:gdLst>
              <a:gd name="connsiteX0" fmla="*/ 0 w 122396"/>
              <a:gd name="connsiteY0" fmla="*/ 61198 h 122396"/>
              <a:gd name="connsiteX1" fmla="*/ 61198 w 122396"/>
              <a:gd name="connsiteY1" fmla="*/ 0 h 122396"/>
              <a:gd name="connsiteX2" fmla="*/ 122396 w 122396"/>
              <a:gd name="connsiteY2" fmla="*/ 61198 h 122396"/>
              <a:gd name="connsiteX3" fmla="*/ 61198 w 122396"/>
              <a:gd name="connsiteY3" fmla="*/ 122396 h 122396"/>
              <a:gd name="connsiteX4" fmla="*/ 0 w 122396"/>
              <a:gd name="connsiteY4" fmla="*/ 61198 h 122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96" h="122396" fill="none" extrusionOk="0">
                <a:moveTo>
                  <a:pt x="0" y="61198"/>
                </a:moveTo>
                <a:cubicBezTo>
                  <a:pt x="-320" y="32316"/>
                  <a:pt x="21222" y="-4118"/>
                  <a:pt x="61198" y="0"/>
                </a:cubicBezTo>
                <a:cubicBezTo>
                  <a:pt x="95092" y="-3026"/>
                  <a:pt x="117851" y="21829"/>
                  <a:pt x="122396" y="61198"/>
                </a:cubicBezTo>
                <a:cubicBezTo>
                  <a:pt x="122242" y="98619"/>
                  <a:pt x="92245" y="124459"/>
                  <a:pt x="61198" y="122396"/>
                </a:cubicBezTo>
                <a:cubicBezTo>
                  <a:pt x="26393" y="120743"/>
                  <a:pt x="-2966" y="87609"/>
                  <a:pt x="0" y="61198"/>
                </a:cubicBezTo>
                <a:close/>
              </a:path>
              <a:path w="122396" h="122396" stroke="0" extrusionOk="0">
                <a:moveTo>
                  <a:pt x="0" y="61198"/>
                </a:moveTo>
                <a:cubicBezTo>
                  <a:pt x="1841" y="32661"/>
                  <a:pt x="20576" y="3137"/>
                  <a:pt x="61198" y="0"/>
                </a:cubicBezTo>
                <a:cubicBezTo>
                  <a:pt x="92204" y="-5555"/>
                  <a:pt x="123077" y="23716"/>
                  <a:pt x="122396" y="61198"/>
                </a:cubicBezTo>
                <a:cubicBezTo>
                  <a:pt x="127958" y="99093"/>
                  <a:pt x="94792" y="129714"/>
                  <a:pt x="61198" y="122396"/>
                </a:cubicBezTo>
                <a:cubicBezTo>
                  <a:pt x="28371" y="117902"/>
                  <a:pt x="4746" y="96320"/>
                  <a:pt x="0" y="61198"/>
                </a:cubicBezTo>
                <a:close/>
              </a:path>
            </a:pathLst>
          </a:custGeom>
          <a:solidFill>
            <a:srgbClr val="FAEEE0"/>
          </a:solidFill>
          <a:ln w="76200">
            <a:solidFill>
              <a:srgbClr val="FAEEE0"/>
            </a:solidFill>
            <a:extLst>
              <a:ext uri="{C807C97D-BFC1-408E-A445-0C87EB9F89A2}">
                <ask:lineSketchStyleProps xmlns:ask="http://schemas.microsoft.com/office/drawing/2018/sketchyshapes" sd="1242471199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1A5EFAF-B5F6-4972-B936-F7914F55AC65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5418114" y="3589531"/>
            <a:ext cx="154033" cy="12700"/>
          </a:xfrm>
          <a:prstGeom prst="curvedConnector3">
            <a:avLst>
              <a:gd name="adj1" fmla="val 50000"/>
            </a:avLst>
          </a:prstGeom>
          <a:ln w="76200">
            <a:solidFill>
              <a:srgbClr val="FAEE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80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0</Words>
  <Application>Microsoft Office PowerPoint</Application>
  <PresentationFormat>Widescreen</PresentationFormat>
  <Paragraphs>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 Mohammadi</dc:creator>
  <cp:lastModifiedBy>Saman Mohammadi</cp:lastModifiedBy>
  <cp:revision>88</cp:revision>
  <dcterms:created xsi:type="dcterms:W3CDTF">2023-02-09T19:21:59Z</dcterms:created>
  <dcterms:modified xsi:type="dcterms:W3CDTF">2023-07-06T21:05:27Z</dcterms:modified>
</cp:coreProperties>
</file>